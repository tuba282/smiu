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7821" y="1748987"/>
            <a:ext cx="3070225" cy="65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21791" y="1740407"/>
            <a:ext cx="15240" cy="754380"/>
          </a:xfrm>
          <a:custGeom>
            <a:avLst/>
            <a:gdLst/>
            <a:ahLst/>
            <a:cxnLst/>
            <a:rect l="l" t="t" r="r" b="b"/>
            <a:pathLst>
              <a:path w="15240" h="754380">
                <a:moveTo>
                  <a:pt x="15239" y="754380"/>
                </a:moveTo>
                <a:lnTo>
                  <a:pt x="0" y="754380"/>
                </a:lnTo>
                <a:lnTo>
                  <a:pt x="0" y="0"/>
                </a:lnTo>
                <a:lnTo>
                  <a:pt x="15239" y="0"/>
                </a:lnTo>
                <a:lnTo>
                  <a:pt x="15239" y="754380"/>
                </a:lnTo>
                <a:close/>
              </a:path>
            </a:pathLst>
          </a:custGeom>
          <a:solidFill>
            <a:srgbClr val="1CAC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7821" y="1497610"/>
            <a:ext cx="7138034" cy="1157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0C0C0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2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8400" cy="37719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6911340" y="5401055"/>
            <a:ext cx="17145" cy="754380"/>
          </a:xfrm>
          <a:custGeom>
            <a:avLst/>
            <a:gdLst/>
            <a:ahLst/>
            <a:cxnLst/>
            <a:rect l="l" t="t" r="r" b="b"/>
            <a:pathLst>
              <a:path w="17145" h="754379">
                <a:moveTo>
                  <a:pt x="16764" y="754380"/>
                </a:moveTo>
                <a:lnTo>
                  <a:pt x="0" y="754380"/>
                </a:lnTo>
                <a:lnTo>
                  <a:pt x="0" y="0"/>
                </a:lnTo>
                <a:lnTo>
                  <a:pt x="16764" y="0"/>
                </a:lnTo>
                <a:lnTo>
                  <a:pt x="16764" y="754380"/>
                </a:lnTo>
                <a:close/>
              </a:path>
            </a:pathLst>
          </a:custGeom>
          <a:solidFill>
            <a:srgbClr val="1382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733001" y="5342757"/>
            <a:ext cx="1973580" cy="654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770">
                <a:solidFill>
                  <a:srgbClr val="0C0C0C"/>
                </a:solidFill>
                <a:latin typeface="Trebuchet MS"/>
                <a:cs typeface="Trebuchet MS"/>
              </a:rPr>
              <a:t>LECTURE</a:t>
            </a:r>
            <a:r>
              <a:rPr dirty="0" sz="4100" spc="-155">
                <a:solidFill>
                  <a:srgbClr val="0C0C0C"/>
                </a:solidFill>
                <a:latin typeface="Trebuchet MS"/>
                <a:cs typeface="Trebuchet MS"/>
              </a:rPr>
              <a:t> </a:t>
            </a:r>
            <a:r>
              <a:rPr dirty="0" sz="4100" spc="-590">
                <a:solidFill>
                  <a:srgbClr val="0C0C0C"/>
                </a:solidFill>
                <a:latin typeface="Trebuchet MS"/>
                <a:cs typeface="Trebuchet MS"/>
              </a:rPr>
              <a:t>04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66822" y="5616983"/>
            <a:ext cx="151066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">
                <a:solidFill>
                  <a:srgbClr val="0C0C0C"/>
                </a:solidFill>
                <a:latin typeface="Arial MT"/>
                <a:cs typeface="Arial MT"/>
              </a:rPr>
              <a:t>Digital</a:t>
            </a:r>
            <a:r>
              <a:rPr dirty="0" sz="1450" spc="-6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450" spc="-100">
                <a:solidFill>
                  <a:srgbClr val="0C0C0C"/>
                </a:solidFill>
                <a:latin typeface="Arial MT"/>
                <a:cs typeface="Arial MT"/>
              </a:rPr>
              <a:t>Logic</a:t>
            </a:r>
            <a:r>
              <a:rPr dirty="0" sz="14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1450" spc="-90">
                <a:solidFill>
                  <a:srgbClr val="0C0C0C"/>
                </a:solidFill>
                <a:latin typeface="Arial MT"/>
                <a:cs typeface="Arial MT"/>
              </a:rPr>
              <a:t>Design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65"/>
              <a:t>BOOLEAN</a:t>
            </a:r>
            <a:r>
              <a:rPr dirty="0" spc="-350"/>
              <a:t> </a:t>
            </a:r>
            <a:r>
              <a:rPr dirty="0" spc="-795"/>
              <a:t>ALGEBRA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45881" y="2928553"/>
            <a:ext cx="7628255" cy="55054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1960"/>
              </a:lnSpc>
              <a:spcBef>
                <a:spcPts val="340"/>
              </a:spcBef>
            </a:pPr>
            <a:r>
              <a:rPr dirty="0" sz="1800" spc="-120">
                <a:latin typeface="Arial MT"/>
                <a:cs typeface="Arial MT"/>
              </a:rPr>
              <a:t>Boolean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algebra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60">
                <a:latin typeface="Arial MT"/>
                <a:cs typeface="Arial MT"/>
              </a:rPr>
              <a:t>is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05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40">
                <a:latin typeface="Arial MT"/>
                <a:cs typeface="Arial MT"/>
              </a:rPr>
              <a:t>mathematics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digital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65">
                <a:latin typeface="Arial MT"/>
                <a:cs typeface="Arial MT"/>
              </a:rPr>
              <a:t>logic.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0">
                <a:latin typeface="Arial MT"/>
                <a:cs typeface="Arial MT"/>
              </a:rPr>
              <a:t>basic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95">
                <a:latin typeface="Arial MT"/>
                <a:cs typeface="Arial MT"/>
              </a:rPr>
              <a:t>knowledge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60">
                <a:latin typeface="Arial MT"/>
                <a:cs typeface="Arial MT"/>
              </a:rPr>
              <a:t>Boolean </a:t>
            </a:r>
            <a:r>
              <a:rPr dirty="0" sz="1800" spc="-20">
                <a:latin typeface="Arial MT"/>
                <a:cs typeface="Arial MT"/>
              </a:rPr>
              <a:t>algebra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160">
                <a:latin typeface="Arial MT"/>
                <a:cs typeface="Arial MT"/>
              </a:rPr>
              <a:t>is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105">
                <a:latin typeface="Arial MT"/>
                <a:cs typeface="Arial MT"/>
              </a:rPr>
              <a:t>indispensable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14">
                <a:latin typeface="Arial MT"/>
                <a:cs typeface="Arial MT"/>
              </a:rPr>
              <a:t>study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5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5">
                <a:latin typeface="Arial MT"/>
                <a:cs typeface="Arial MT"/>
              </a:rPr>
              <a:t>analysis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45">
                <a:latin typeface="Arial MT"/>
                <a:cs typeface="Arial MT"/>
              </a:rPr>
              <a:t>logic</a:t>
            </a:r>
            <a:r>
              <a:rPr dirty="0" sz="1800" spc="-10">
                <a:latin typeface="Arial MT"/>
                <a:cs typeface="Arial MT"/>
              </a:rPr>
              <a:t> circuits.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934" y="3784484"/>
            <a:ext cx="6042346" cy="83361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2467" y="4954612"/>
            <a:ext cx="6043500" cy="11266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25"/>
              <a:t>BASIC</a:t>
            </a:r>
            <a:r>
              <a:rPr dirty="0" spc="-305"/>
              <a:t> </a:t>
            </a:r>
            <a:r>
              <a:rPr dirty="0" spc="-835"/>
              <a:t>LAWS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45881" y="2928553"/>
            <a:ext cx="7854315" cy="7988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1960"/>
              </a:lnSpc>
              <a:spcBef>
                <a:spcPts val="340"/>
              </a:spcBef>
            </a:pPr>
            <a:r>
              <a:rPr dirty="0" sz="1800" spc="-220">
                <a:latin typeface="Arial MT"/>
                <a:cs typeface="Arial MT"/>
              </a:rPr>
              <a:t>The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0">
                <a:latin typeface="Arial MT"/>
                <a:cs typeface="Arial MT"/>
              </a:rPr>
              <a:t>basic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0">
                <a:latin typeface="Arial MT"/>
                <a:cs typeface="Arial MT"/>
              </a:rPr>
              <a:t>laws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50">
                <a:latin typeface="Arial MT"/>
                <a:cs typeface="Arial MT"/>
              </a:rPr>
              <a:t> </a:t>
            </a:r>
            <a:r>
              <a:rPr dirty="0" sz="1800" spc="-120">
                <a:latin typeface="Arial MT"/>
                <a:cs typeface="Arial MT"/>
              </a:rPr>
              <a:t>Boolean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40">
                <a:latin typeface="Arial MT"/>
                <a:cs typeface="Arial MT"/>
              </a:rPr>
              <a:t>algebra—</a:t>
            </a:r>
            <a:r>
              <a:rPr dirty="0" sz="1800" spc="-80">
                <a:latin typeface="Arial MT"/>
                <a:cs typeface="Arial MT"/>
              </a:rPr>
              <a:t>the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30">
                <a:latin typeface="Arial MT"/>
                <a:cs typeface="Arial MT"/>
              </a:rPr>
              <a:t>commutative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95">
                <a:latin typeface="Arial MT"/>
                <a:cs typeface="Arial MT"/>
              </a:rPr>
              <a:t>laws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35">
                <a:latin typeface="Arial MT"/>
                <a:cs typeface="Arial MT"/>
              </a:rPr>
              <a:t>addition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 spc="-75">
                <a:latin typeface="Arial MT"/>
                <a:cs typeface="Arial MT"/>
              </a:rPr>
              <a:t>multiplication,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95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14">
                <a:latin typeface="Arial MT"/>
                <a:cs typeface="Arial MT"/>
              </a:rPr>
              <a:t>associative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0">
                <a:latin typeface="Arial MT"/>
                <a:cs typeface="Arial MT"/>
              </a:rPr>
              <a:t>laws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35">
                <a:latin typeface="Arial MT"/>
                <a:cs typeface="Arial MT"/>
              </a:rPr>
              <a:t>addition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55">
                <a:latin typeface="Arial MT"/>
                <a:cs typeface="Arial MT"/>
              </a:rPr>
              <a:t>and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75">
                <a:latin typeface="Arial MT"/>
                <a:cs typeface="Arial MT"/>
              </a:rPr>
              <a:t>multiplication,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5">
                <a:latin typeface="Arial MT"/>
                <a:cs typeface="Arial MT"/>
              </a:rPr>
              <a:t>and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5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35">
                <a:latin typeface="Arial MT"/>
                <a:cs typeface="Arial MT"/>
              </a:rPr>
              <a:t>distributive law—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100">
                <a:latin typeface="Arial MT"/>
                <a:cs typeface="Arial MT"/>
              </a:rPr>
              <a:t> 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85">
                <a:latin typeface="Arial MT"/>
                <a:cs typeface="Arial MT"/>
              </a:rPr>
              <a:t>same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65">
                <a:latin typeface="Arial MT"/>
                <a:cs typeface="Arial MT"/>
              </a:rPr>
              <a:t>as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85">
                <a:latin typeface="Arial MT"/>
                <a:cs typeface="Arial MT"/>
              </a:rPr>
              <a:t>in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35">
                <a:latin typeface="Arial MT"/>
                <a:cs typeface="Arial MT"/>
              </a:rPr>
              <a:t>ordinary</a:t>
            </a:r>
            <a:r>
              <a:rPr dirty="0" sz="1800" spc="-10">
                <a:latin typeface="Arial MT"/>
                <a:cs typeface="Arial MT"/>
              </a:rPr>
              <a:t> algebra.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693" y="3989832"/>
            <a:ext cx="8054669" cy="15092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5027" y="1601452"/>
            <a:ext cx="9147175" cy="2453005"/>
            <a:chOff x="605027" y="1601452"/>
            <a:chExt cx="9147175" cy="24530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368" y="1601452"/>
              <a:ext cx="7354878" cy="88061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027" y="2467356"/>
              <a:ext cx="9147048" cy="1586483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031" y="4454652"/>
            <a:ext cx="9802368" cy="10759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627" y="2840735"/>
            <a:ext cx="7606571" cy="15713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2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25"/>
              <a:t>BASIC</a:t>
            </a:r>
            <a:r>
              <a:rPr dirty="0" spc="-300"/>
              <a:t> </a:t>
            </a:r>
            <a:r>
              <a:rPr dirty="0" spc="-770"/>
              <a:t>RULES</a:t>
            </a:r>
            <a:r>
              <a:rPr dirty="0" spc="-335"/>
              <a:t> </a:t>
            </a:r>
            <a:r>
              <a:rPr dirty="0" spc="-810"/>
              <a:t>OF</a:t>
            </a:r>
            <a:r>
              <a:rPr dirty="0" spc="-335"/>
              <a:t> </a:t>
            </a:r>
            <a:r>
              <a:rPr dirty="0" spc="-765"/>
              <a:t>BOOLEAN</a:t>
            </a:r>
            <a:r>
              <a:rPr dirty="0" spc="-345"/>
              <a:t> </a:t>
            </a:r>
            <a:r>
              <a:rPr dirty="0" spc="-795"/>
              <a:t>ALGEBRA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275" y="2876649"/>
            <a:ext cx="6197917" cy="32077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2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95"/>
              <a:t>DE</a:t>
            </a:r>
            <a:r>
              <a:rPr dirty="0" spc="-345"/>
              <a:t> </a:t>
            </a:r>
            <a:r>
              <a:rPr dirty="0" spc="-815"/>
              <a:t>MORGAN</a:t>
            </a:r>
            <a:r>
              <a:rPr dirty="0" spc="-355"/>
              <a:t> </a:t>
            </a:r>
            <a:r>
              <a:rPr dirty="0" spc="-850"/>
              <a:t>THEOREM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5926" y="3166098"/>
            <a:ext cx="6664105" cy="30015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983" y="2470404"/>
            <a:ext cx="7592962" cy="3168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590" y="2433974"/>
            <a:ext cx="7843967" cy="2338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672" y="2398775"/>
            <a:ext cx="7841666" cy="29474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2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565"/>
              <a:t>SIMPLIFY</a:t>
            </a:r>
            <a:r>
              <a:rPr dirty="0" spc="-300"/>
              <a:t> </a:t>
            </a:r>
            <a:r>
              <a:rPr dirty="0" spc="-680"/>
              <a:t>CIRCUIT</a:t>
            </a:r>
            <a:r>
              <a:rPr dirty="0" spc="-330"/>
              <a:t> </a:t>
            </a:r>
            <a:r>
              <a:rPr dirty="0" spc="-700"/>
              <a:t>USING</a:t>
            </a:r>
            <a:r>
              <a:rPr dirty="0" spc="-305"/>
              <a:t> </a:t>
            </a:r>
            <a:r>
              <a:rPr dirty="0" spc="-765"/>
              <a:t>BOOLEAN</a:t>
            </a:r>
            <a:r>
              <a:rPr dirty="0" spc="-345"/>
              <a:t> </a:t>
            </a:r>
            <a:r>
              <a:rPr dirty="0" spc="-790"/>
              <a:t>ALGEBRA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8132" y="3389376"/>
            <a:ext cx="6074664" cy="24277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124" y="1776554"/>
            <a:ext cx="5533119" cy="69133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0720" y="2566416"/>
            <a:ext cx="5838444" cy="4086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2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35"/>
              <a:t>QUESTIONS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79931" y="2980943"/>
            <a:ext cx="1811020" cy="233679"/>
            <a:chOff x="979931" y="2980943"/>
            <a:chExt cx="1811020" cy="233679"/>
          </a:xfrm>
        </p:grpSpPr>
        <p:sp>
          <p:nvSpPr>
            <p:cNvPr id="4" name="object 4" descr=""/>
            <p:cNvSpPr/>
            <p:nvPr/>
          </p:nvSpPr>
          <p:spPr>
            <a:xfrm>
              <a:off x="979931" y="3000755"/>
              <a:ext cx="719455" cy="213360"/>
            </a:xfrm>
            <a:custGeom>
              <a:avLst/>
              <a:gdLst/>
              <a:ahLst/>
              <a:cxnLst/>
              <a:rect l="l" t="t" r="r" b="b"/>
              <a:pathLst>
                <a:path w="719455" h="213360">
                  <a:moveTo>
                    <a:pt x="650748" y="213360"/>
                  </a:moveTo>
                  <a:lnTo>
                    <a:pt x="649224" y="204216"/>
                  </a:lnTo>
                  <a:lnTo>
                    <a:pt x="660963" y="199405"/>
                  </a:lnTo>
                  <a:lnTo>
                    <a:pt x="671131" y="192024"/>
                  </a:lnTo>
                  <a:lnTo>
                    <a:pt x="692443" y="157233"/>
                  </a:lnTo>
                  <a:lnTo>
                    <a:pt x="699450" y="106680"/>
                  </a:lnTo>
                  <a:lnTo>
                    <a:pt x="699516" y="105156"/>
                  </a:lnTo>
                  <a:lnTo>
                    <a:pt x="698896" y="87463"/>
                  </a:lnTo>
                  <a:lnTo>
                    <a:pt x="687324" y="42672"/>
                  </a:lnTo>
                  <a:lnTo>
                    <a:pt x="660320" y="14597"/>
                  </a:lnTo>
                  <a:lnTo>
                    <a:pt x="647700" y="9144"/>
                  </a:lnTo>
                  <a:lnTo>
                    <a:pt x="650748" y="0"/>
                  </a:lnTo>
                  <a:lnTo>
                    <a:pt x="691896" y="24645"/>
                  </a:lnTo>
                  <a:lnTo>
                    <a:pt x="714756" y="68961"/>
                  </a:lnTo>
                  <a:lnTo>
                    <a:pt x="719328" y="106680"/>
                  </a:lnTo>
                  <a:lnTo>
                    <a:pt x="718311" y="124610"/>
                  </a:lnTo>
                  <a:lnTo>
                    <a:pt x="702564" y="176783"/>
                  </a:lnTo>
                  <a:lnTo>
                    <a:pt x="666773" y="207645"/>
                  </a:lnTo>
                  <a:lnTo>
                    <a:pt x="650748" y="213360"/>
                  </a:lnTo>
                  <a:close/>
                </a:path>
                <a:path w="719455" h="213360">
                  <a:moveTo>
                    <a:pt x="67056" y="213360"/>
                  </a:moveTo>
                  <a:lnTo>
                    <a:pt x="26765" y="189357"/>
                  </a:lnTo>
                  <a:lnTo>
                    <a:pt x="4381" y="144589"/>
                  </a:lnTo>
                  <a:lnTo>
                    <a:pt x="0" y="106680"/>
                  </a:lnTo>
                  <a:lnTo>
                    <a:pt x="1090" y="87463"/>
                  </a:lnTo>
                  <a:lnTo>
                    <a:pt x="1119" y="86963"/>
                  </a:lnTo>
                  <a:lnTo>
                    <a:pt x="16764" y="38100"/>
                  </a:lnTo>
                  <a:lnTo>
                    <a:pt x="51911" y="5738"/>
                  </a:lnTo>
                  <a:lnTo>
                    <a:pt x="67056" y="0"/>
                  </a:lnTo>
                  <a:lnTo>
                    <a:pt x="70104" y="9144"/>
                  </a:lnTo>
                  <a:lnTo>
                    <a:pt x="58150" y="14597"/>
                  </a:lnTo>
                  <a:lnTo>
                    <a:pt x="47624" y="21907"/>
                  </a:lnTo>
                  <a:lnTo>
                    <a:pt x="26241" y="56078"/>
                  </a:lnTo>
                  <a:lnTo>
                    <a:pt x="19812" y="105156"/>
                  </a:lnTo>
                  <a:lnTo>
                    <a:pt x="20431" y="124610"/>
                  </a:lnTo>
                  <a:lnTo>
                    <a:pt x="32004" y="170688"/>
                  </a:lnTo>
                  <a:lnTo>
                    <a:pt x="58150" y="199405"/>
                  </a:lnTo>
                  <a:lnTo>
                    <a:pt x="70104" y="204216"/>
                  </a:lnTo>
                  <a:lnTo>
                    <a:pt x="67056" y="213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3084" y="3015995"/>
              <a:ext cx="134704" cy="15544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269390" y="3034804"/>
              <a:ext cx="139065" cy="142240"/>
            </a:xfrm>
            <a:custGeom>
              <a:avLst/>
              <a:gdLst/>
              <a:ahLst/>
              <a:cxnLst/>
              <a:rect l="l" t="t" r="r" b="b"/>
              <a:pathLst>
                <a:path w="139065" h="142239">
                  <a:moveTo>
                    <a:pt x="138493" y="63500"/>
                  </a:moveTo>
                  <a:lnTo>
                    <a:pt x="77254" y="63500"/>
                  </a:lnTo>
                  <a:lnTo>
                    <a:pt x="77254" y="0"/>
                  </a:lnTo>
                  <a:lnTo>
                    <a:pt x="61252" y="0"/>
                  </a:lnTo>
                  <a:lnTo>
                    <a:pt x="61252" y="63500"/>
                  </a:lnTo>
                  <a:lnTo>
                    <a:pt x="0" y="63500"/>
                  </a:lnTo>
                  <a:lnTo>
                    <a:pt x="0" y="78740"/>
                  </a:lnTo>
                  <a:lnTo>
                    <a:pt x="61252" y="78740"/>
                  </a:lnTo>
                  <a:lnTo>
                    <a:pt x="61252" y="142240"/>
                  </a:lnTo>
                  <a:lnTo>
                    <a:pt x="77254" y="142240"/>
                  </a:lnTo>
                  <a:lnTo>
                    <a:pt x="77254" y="78740"/>
                  </a:lnTo>
                  <a:lnTo>
                    <a:pt x="138493" y="78740"/>
                  </a:lnTo>
                  <a:lnTo>
                    <a:pt x="138493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0376" y="3015995"/>
              <a:ext cx="118776" cy="15697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740408" y="3000768"/>
              <a:ext cx="1050290" cy="213360"/>
            </a:xfrm>
            <a:custGeom>
              <a:avLst/>
              <a:gdLst/>
              <a:ahLst/>
              <a:cxnLst/>
              <a:rect l="l" t="t" r="r" b="b"/>
              <a:pathLst>
                <a:path w="1050289" h="213360">
                  <a:moveTo>
                    <a:pt x="70104" y="9144"/>
                  </a:moveTo>
                  <a:lnTo>
                    <a:pt x="67056" y="0"/>
                  </a:lnTo>
                  <a:lnTo>
                    <a:pt x="51904" y="5727"/>
                  </a:lnTo>
                  <a:lnTo>
                    <a:pt x="38481" y="13906"/>
                  </a:lnTo>
                  <a:lnTo>
                    <a:pt x="9639" y="52666"/>
                  </a:lnTo>
                  <a:lnTo>
                    <a:pt x="0" y="106680"/>
                  </a:lnTo>
                  <a:lnTo>
                    <a:pt x="1117" y="126415"/>
                  </a:lnTo>
                  <a:lnTo>
                    <a:pt x="16764" y="176784"/>
                  </a:lnTo>
                  <a:lnTo>
                    <a:pt x="51904" y="207645"/>
                  </a:lnTo>
                  <a:lnTo>
                    <a:pt x="67056" y="213360"/>
                  </a:lnTo>
                  <a:lnTo>
                    <a:pt x="70104" y="204216"/>
                  </a:lnTo>
                  <a:lnTo>
                    <a:pt x="58140" y="199402"/>
                  </a:lnTo>
                  <a:lnTo>
                    <a:pt x="47625" y="192024"/>
                  </a:lnTo>
                  <a:lnTo>
                    <a:pt x="26238" y="157226"/>
                  </a:lnTo>
                  <a:lnTo>
                    <a:pt x="19812" y="105156"/>
                  </a:lnTo>
                  <a:lnTo>
                    <a:pt x="20421" y="87452"/>
                  </a:lnTo>
                  <a:lnTo>
                    <a:pt x="20485" y="86956"/>
                  </a:lnTo>
                  <a:lnTo>
                    <a:pt x="22479" y="71056"/>
                  </a:lnTo>
                  <a:lnTo>
                    <a:pt x="38811" y="31216"/>
                  </a:lnTo>
                  <a:lnTo>
                    <a:pt x="58140" y="14592"/>
                  </a:lnTo>
                  <a:lnTo>
                    <a:pt x="70104" y="9144"/>
                  </a:lnTo>
                  <a:close/>
                </a:path>
                <a:path w="1050289" h="213360">
                  <a:moveTo>
                    <a:pt x="207848" y="165061"/>
                  </a:moveTo>
                  <a:lnTo>
                    <a:pt x="207022" y="165061"/>
                  </a:lnTo>
                  <a:lnTo>
                    <a:pt x="204597" y="164769"/>
                  </a:lnTo>
                  <a:lnTo>
                    <a:pt x="202209" y="163817"/>
                  </a:lnTo>
                  <a:lnTo>
                    <a:pt x="200494" y="162204"/>
                  </a:lnTo>
                  <a:lnTo>
                    <a:pt x="198780" y="160680"/>
                  </a:lnTo>
                  <a:lnTo>
                    <a:pt x="197446" y="158203"/>
                  </a:lnTo>
                  <a:lnTo>
                    <a:pt x="196494" y="154774"/>
                  </a:lnTo>
                  <a:lnTo>
                    <a:pt x="195541" y="151434"/>
                  </a:lnTo>
                  <a:lnTo>
                    <a:pt x="194779" y="146773"/>
                  </a:lnTo>
                  <a:lnTo>
                    <a:pt x="193078" y="120383"/>
                  </a:lnTo>
                  <a:lnTo>
                    <a:pt x="192392" y="109715"/>
                  </a:lnTo>
                  <a:lnTo>
                    <a:pt x="187833" y="38950"/>
                  </a:lnTo>
                  <a:lnTo>
                    <a:pt x="186309" y="15227"/>
                  </a:lnTo>
                  <a:lnTo>
                    <a:pt x="172593" y="15227"/>
                  </a:lnTo>
                  <a:lnTo>
                    <a:pt x="172593" y="109715"/>
                  </a:lnTo>
                  <a:lnTo>
                    <a:pt x="128676" y="109715"/>
                  </a:lnTo>
                  <a:lnTo>
                    <a:pt x="168681" y="38950"/>
                  </a:lnTo>
                  <a:lnTo>
                    <a:pt x="169926" y="38950"/>
                  </a:lnTo>
                  <a:lnTo>
                    <a:pt x="170014" y="47713"/>
                  </a:lnTo>
                  <a:lnTo>
                    <a:pt x="170395" y="62572"/>
                  </a:lnTo>
                  <a:lnTo>
                    <a:pt x="170497" y="68757"/>
                  </a:lnTo>
                  <a:lnTo>
                    <a:pt x="170688" y="73621"/>
                  </a:lnTo>
                  <a:lnTo>
                    <a:pt x="172593" y="109715"/>
                  </a:lnTo>
                  <a:lnTo>
                    <a:pt x="172593" y="15227"/>
                  </a:lnTo>
                  <a:lnTo>
                    <a:pt x="169354" y="15227"/>
                  </a:lnTo>
                  <a:lnTo>
                    <a:pt x="93141" y="147243"/>
                  </a:lnTo>
                  <a:lnTo>
                    <a:pt x="89903" y="152488"/>
                  </a:lnTo>
                  <a:lnTo>
                    <a:pt x="87617" y="155536"/>
                  </a:lnTo>
                  <a:lnTo>
                    <a:pt x="85331" y="158673"/>
                  </a:lnTo>
                  <a:lnTo>
                    <a:pt x="83146" y="160959"/>
                  </a:lnTo>
                  <a:lnTo>
                    <a:pt x="81051" y="162483"/>
                  </a:lnTo>
                  <a:lnTo>
                    <a:pt x="78955" y="164109"/>
                  </a:lnTo>
                  <a:lnTo>
                    <a:pt x="76758" y="165061"/>
                  </a:lnTo>
                  <a:lnTo>
                    <a:pt x="74422" y="165061"/>
                  </a:lnTo>
                  <a:lnTo>
                    <a:pt x="73139" y="170675"/>
                  </a:lnTo>
                  <a:lnTo>
                    <a:pt x="119151" y="170675"/>
                  </a:lnTo>
                  <a:lnTo>
                    <a:pt x="120434" y="165061"/>
                  </a:lnTo>
                  <a:lnTo>
                    <a:pt x="119138" y="165061"/>
                  </a:lnTo>
                  <a:lnTo>
                    <a:pt x="112864" y="164109"/>
                  </a:lnTo>
                  <a:lnTo>
                    <a:pt x="109054" y="160388"/>
                  </a:lnTo>
                  <a:lnTo>
                    <a:pt x="109054" y="151434"/>
                  </a:lnTo>
                  <a:lnTo>
                    <a:pt x="123621" y="120383"/>
                  </a:lnTo>
                  <a:lnTo>
                    <a:pt x="173062" y="120383"/>
                  </a:lnTo>
                  <a:lnTo>
                    <a:pt x="173824" y="134581"/>
                  </a:lnTo>
                  <a:lnTo>
                    <a:pt x="174117" y="138010"/>
                  </a:lnTo>
                  <a:lnTo>
                    <a:pt x="174002" y="152488"/>
                  </a:lnTo>
                  <a:lnTo>
                    <a:pt x="173164" y="156679"/>
                  </a:lnTo>
                  <a:lnTo>
                    <a:pt x="170967" y="159626"/>
                  </a:lnTo>
                  <a:lnTo>
                    <a:pt x="168783" y="162674"/>
                  </a:lnTo>
                  <a:lnTo>
                    <a:pt x="165442" y="164388"/>
                  </a:lnTo>
                  <a:lnTo>
                    <a:pt x="161061" y="164579"/>
                  </a:lnTo>
                  <a:lnTo>
                    <a:pt x="160959" y="165061"/>
                  </a:lnTo>
                  <a:lnTo>
                    <a:pt x="159829" y="170675"/>
                  </a:lnTo>
                  <a:lnTo>
                    <a:pt x="206590" y="170675"/>
                  </a:lnTo>
                  <a:lnTo>
                    <a:pt x="207848" y="165061"/>
                  </a:lnTo>
                  <a:close/>
                </a:path>
                <a:path w="1050289" h="213360">
                  <a:moveTo>
                    <a:pt x="364998" y="73329"/>
                  </a:moveTo>
                  <a:lnTo>
                    <a:pt x="352704" y="33426"/>
                  </a:lnTo>
                  <a:lnTo>
                    <a:pt x="345186" y="27800"/>
                  </a:lnTo>
                  <a:lnTo>
                    <a:pt x="304647" y="27800"/>
                  </a:lnTo>
                  <a:lnTo>
                    <a:pt x="309867" y="28206"/>
                  </a:lnTo>
                  <a:lnTo>
                    <a:pt x="318668" y="30441"/>
                  </a:lnTo>
                  <a:lnTo>
                    <a:pt x="342493" y="63411"/>
                  </a:lnTo>
                  <a:lnTo>
                    <a:pt x="343179" y="74282"/>
                  </a:lnTo>
                  <a:lnTo>
                    <a:pt x="342912" y="82473"/>
                  </a:lnTo>
                  <a:lnTo>
                    <a:pt x="333248" y="120307"/>
                  </a:lnTo>
                  <a:lnTo>
                    <a:pt x="309511" y="150228"/>
                  </a:lnTo>
                  <a:lnTo>
                    <a:pt x="272415" y="160007"/>
                  </a:lnTo>
                  <a:lnTo>
                    <a:pt x="262128" y="160007"/>
                  </a:lnTo>
                  <a:lnTo>
                    <a:pt x="259537" y="159677"/>
                  </a:lnTo>
                  <a:lnTo>
                    <a:pt x="259943" y="159677"/>
                  </a:lnTo>
                  <a:lnTo>
                    <a:pt x="289077" y="27800"/>
                  </a:lnTo>
                  <a:lnTo>
                    <a:pt x="285648" y="27800"/>
                  </a:lnTo>
                  <a:lnTo>
                    <a:pt x="292887" y="27609"/>
                  </a:lnTo>
                  <a:lnTo>
                    <a:pt x="289077" y="27800"/>
                  </a:lnTo>
                  <a:lnTo>
                    <a:pt x="304647" y="27800"/>
                  </a:lnTo>
                  <a:lnTo>
                    <a:pt x="299834" y="27432"/>
                  </a:lnTo>
                  <a:lnTo>
                    <a:pt x="300126" y="27419"/>
                  </a:lnTo>
                  <a:lnTo>
                    <a:pt x="344665" y="27419"/>
                  </a:lnTo>
                  <a:lnTo>
                    <a:pt x="340512" y="24371"/>
                  </a:lnTo>
                  <a:lnTo>
                    <a:pt x="299364" y="16751"/>
                  </a:lnTo>
                  <a:lnTo>
                    <a:pt x="256794" y="16751"/>
                  </a:lnTo>
                  <a:lnTo>
                    <a:pt x="256743" y="16967"/>
                  </a:lnTo>
                  <a:lnTo>
                    <a:pt x="256641" y="17487"/>
                  </a:lnTo>
                  <a:lnTo>
                    <a:pt x="255549" y="22847"/>
                  </a:lnTo>
                  <a:lnTo>
                    <a:pt x="259359" y="23228"/>
                  </a:lnTo>
                  <a:lnTo>
                    <a:pt x="262216" y="24091"/>
                  </a:lnTo>
                  <a:lnTo>
                    <a:pt x="265747" y="26847"/>
                  </a:lnTo>
                  <a:lnTo>
                    <a:pt x="266598" y="29235"/>
                  </a:lnTo>
                  <a:lnTo>
                    <a:pt x="266598" y="37325"/>
                  </a:lnTo>
                  <a:lnTo>
                    <a:pt x="265836" y="43332"/>
                  </a:lnTo>
                  <a:lnTo>
                    <a:pt x="264121" y="50761"/>
                  </a:lnTo>
                  <a:lnTo>
                    <a:pt x="244983" y="137248"/>
                  </a:lnTo>
                  <a:lnTo>
                    <a:pt x="243357" y="144767"/>
                  </a:lnTo>
                  <a:lnTo>
                    <a:pt x="242125" y="149821"/>
                  </a:lnTo>
                  <a:lnTo>
                    <a:pt x="241261" y="152298"/>
                  </a:lnTo>
                  <a:lnTo>
                    <a:pt x="240499" y="154965"/>
                  </a:lnTo>
                  <a:lnTo>
                    <a:pt x="239547" y="157149"/>
                  </a:lnTo>
                  <a:lnTo>
                    <a:pt x="238594" y="158864"/>
                  </a:lnTo>
                  <a:lnTo>
                    <a:pt x="237642" y="160769"/>
                  </a:lnTo>
                  <a:lnTo>
                    <a:pt x="236499" y="162204"/>
                  </a:lnTo>
                  <a:lnTo>
                    <a:pt x="235077" y="163156"/>
                  </a:lnTo>
                  <a:lnTo>
                    <a:pt x="233641" y="164198"/>
                  </a:lnTo>
                  <a:lnTo>
                    <a:pt x="231457" y="164871"/>
                  </a:lnTo>
                  <a:lnTo>
                    <a:pt x="228600" y="165252"/>
                  </a:lnTo>
                  <a:lnTo>
                    <a:pt x="227355" y="170675"/>
                  </a:lnTo>
                  <a:lnTo>
                    <a:pt x="283933" y="170675"/>
                  </a:lnTo>
                  <a:lnTo>
                    <a:pt x="292125" y="170014"/>
                  </a:lnTo>
                  <a:lnTo>
                    <a:pt x="306222" y="166966"/>
                  </a:lnTo>
                  <a:lnTo>
                    <a:pt x="312610" y="164680"/>
                  </a:lnTo>
                  <a:lnTo>
                    <a:pt x="318312" y="161531"/>
                  </a:lnTo>
                  <a:lnTo>
                    <a:pt x="321183" y="160007"/>
                  </a:lnTo>
                  <a:lnTo>
                    <a:pt x="351561" y="128003"/>
                  </a:lnTo>
                  <a:lnTo>
                    <a:pt x="364134" y="88265"/>
                  </a:lnTo>
                  <a:lnTo>
                    <a:pt x="364782" y="80886"/>
                  </a:lnTo>
                  <a:lnTo>
                    <a:pt x="364998" y="73329"/>
                  </a:lnTo>
                  <a:close/>
                </a:path>
                <a:path w="1050289" h="213360">
                  <a:moveTo>
                    <a:pt x="592543" y="97536"/>
                  </a:moveTo>
                  <a:lnTo>
                    <a:pt x="531304" y="97536"/>
                  </a:lnTo>
                  <a:lnTo>
                    <a:pt x="531304" y="34036"/>
                  </a:lnTo>
                  <a:lnTo>
                    <a:pt x="515302" y="34036"/>
                  </a:lnTo>
                  <a:lnTo>
                    <a:pt x="515302" y="97536"/>
                  </a:lnTo>
                  <a:lnTo>
                    <a:pt x="454050" y="97536"/>
                  </a:lnTo>
                  <a:lnTo>
                    <a:pt x="454050" y="112776"/>
                  </a:lnTo>
                  <a:lnTo>
                    <a:pt x="515302" y="112776"/>
                  </a:lnTo>
                  <a:lnTo>
                    <a:pt x="515302" y="176276"/>
                  </a:lnTo>
                  <a:lnTo>
                    <a:pt x="531304" y="176276"/>
                  </a:lnTo>
                  <a:lnTo>
                    <a:pt x="531304" y="112776"/>
                  </a:lnTo>
                  <a:lnTo>
                    <a:pt x="592543" y="112776"/>
                  </a:lnTo>
                  <a:lnTo>
                    <a:pt x="592543" y="97536"/>
                  </a:lnTo>
                  <a:close/>
                </a:path>
                <a:path w="1050289" h="213360">
                  <a:moveTo>
                    <a:pt x="1050036" y="106680"/>
                  </a:moveTo>
                  <a:lnTo>
                    <a:pt x="1049947" y="105156"/>
                  </a:lnTo>
                  <a:lnTo>
                    <a:pt x="1048893" y="86956"/>
                  </a:lnTo>
                  <a:lnTo>
                    <a:pt x="1045464" y="68961"/>
                  </a:lnTo>
                  <a:lnTo>
                    <a:pt x="1022604" y="24638"/>
                  </a:lnTo>
                  <a:lnTo>
                    <a:pt x="981456" y="0"/>
                  </a:lnTo>
                  <a:lnTo>
                    <a:pt x="978408" y="9144"/>
                  </a:lnTo>
                  <a:lnTo>
                    <a:pt x="991019" y="14592"/>
                  </a:lnTo>
                  <a:lnTo>
                    <a:pt x="1001649" y="21907"/>
                  </a:lnTo>
                  <a:lnTo>
                    <a:pt x="1023785" y="56070"/>
                  </a:lnTo>
                  <a:lnTo>
                    <a:pt x="1030224" y="105156"/>
                  </a:lnTo>
                  <a:lnTo>
                    <a:pt x="1030147" y="106680"/>
                  </a:lnTo>
                  <a:lnTo>
                    <a:pt x="1029385" y="124599"/>
                  </a:lnTo>
                  <a:lnTo>
                    <a:pt x="1018032" y="170688"/>
                  </a:lnTo>
                  <a:lnTo>
                    <a:pt x="991666" y="199402"/>
                  </a:lnTo>
                  <a:lnTo>
                    <a:pt x="979932" y="204216"/>
                  </a:lnTo>
                  <a:lnTo>
                    <a:pt x="981456" y="213360"/>
                  </a:lnTo>
                  <a:lnTo>
                    <a:pt x="1023239" y="189357"/>
                  </a:lnTo>
                  <a:lnTo>
                    <a:pt x="1045654" y="144589"/>
                  </a:lnTo>
                  <a:lnTo>
                    <a:pt x="1049007" y="124599"/>
                  </a:lnTo>
                  <a:lnTo>
                    <a:pt x="1050036" y="106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8776" y="3015995"/>
              <a:ext cx="134704" cy="15544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4509" y="3017519"/>
              <a:ext cx="137636" cy="15392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569464" y="2980943"/>
              <a:ext cx="130810" cy="12700"/>
            </a:xfrm>
            <a:custGeom>
              <a:avLst/>
              <a:gdLst/>
              <a:ahLst/>
              <a:cxnLst/>
              <a:rect l="l" t="t" r="r" b="b"/>
              <a:pathLst>
                <a:path w="130810" h="12700">
                  <a:moveTo>
                    <a:pt x="130397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130397" y="0"/>
                  </a:lnTo>
                  <a:lnTo>
                    <a:pt x="130397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2877210" y="3034804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41" y="63500"/>
                </a:lnTo>
                <a:lnTo>
                  <a:pt x="77241" y="0"/>
                </a:lnTo>
                <a:lnTo>
                  <a:pt x="61239" y="0"/>
                </a:lnTo>
                <a:lnTo>
                  <a:pt x="61239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39" y="78740"/>
                </a:lnTo>
                <a:lnTo>
                  <a:pt x="61239" y="142240"/>
                </a:lnTo>
                <a:lnTo>
                  <a:pt x="77241" y="142240"/>
                </a:lnTo>
                <a:lnTo>
                  <a:pt x="77241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083051" y="3015995"/>
            <a:ext cx="281940" cy="157480"/>
          </a:xfrm>
          <a:custGeom>
            <a:avLst/>
            <a:gdLst/>
            <a:ahLst/>
            <a:cxnLst/>
            <a:rect l="l" t="t" r="r" b="b"/>
            <a:pathLst>
              <a:path w="281939" h="157480">
                <a:moveTo>
                  <a:pt x="45989" y="149828"/>
                </a:moveTo>
                <a:lnTo>
                  <a:pt x="3619" y="149828"/>
                </a:lnTo>
                <a:lnTo>
                  <a:pt x="5810" y="148875"/>
                </a:lnTo>
                <a:lnTo>
                  <a:pt x="7905" y="147256"/>
                </a:lnTo>
                <a:lnTo>
                  <a:pt x="10001" y="145732"/>
                </a:lnTo>
                <a:lnTo>
                  <a:pt x="12192" y="143446"/>
                </a:lnTo>
                <a:lnTo>
                  <a:pt x="14478" y="140303"/>
                </a:lnTo>
                <a:lnTo>
                  <a:pt x="16764" y="137255"/>
                </a:lnTo>
                <a:lnTo>
                  <a:pt x="20002" y="132016"/>
                </a:lnTo>
                <a:lnTo>
                  <a:pt x="96202" y="0"/>
                </a:lnTo>
                <a:lnTo>
                  <a:pt x="113157" y="0"/>
                </a:lnTo>
                <a:lnTo>
                  <a:pt x="114685" y="23717"/>
                </a:lnTo>
                <a:lnTo>
                  <a:pt x="95535" y="23717"/>
                </a:lnTo>
                <a:lnTo>
                  <a:pt x="55530" y="94488"/>
                </a:lnTo>
                <a:lnTo>
                  <a:pt x="119246" y="94488"/>
                </a:lnTo>
                <a:lnTo>
                  <a:pt x="119933" y="105156"/>
                </a:lnTo>
                <a:lnTo>
                  <a:pt x="50482" y="105156"/>
                </a:lnTo>
                <a:lnTo>
                  <a:pt x="44291" y="116014"/>
                </a:lnTo>
                <a:lnTo>
                  <a:pt x="35909" y="136207"/>
                </a:lnTo>
                <a:lnTo>
                  <a:pt x="35909" y="145161"/>
                </a:lnTo>
                <a:lnTo>
                  <a:pt x="39719" y="148875"/>
                </a:lnTo>
                <a:lnTo>
                  <a:pt x="45989" y="149828"/>
                </a:lnTo>
                <a:close/>
              </a:path>
              <a:path w="281939" h="157480">
                <a:moveTo>
                  <a:pt x="119246" y="94488"/>
                </a:moveTo>
                <a:lnTo>
                  <a:pt x="99441" y="94488"/>
                </a:lnTo>
                <a:lnTo>
                  <a:pt x="97536" y="58388"/>
                </a:lnTo>
                <a:lnTo>
                  <a:pt x="97345" y="53530"/>
                </a:lnTo>
                <a:lnTo>
                  <a:pt x="97250" y="47339"/>
                </a:lnTo>
                <a:lnTo>
                  <a:pt x="96869" y="32480"/>
                </a:lnTo>
                <a:lnTo>
                  <a:pt x="96774" y="23717"/>
                </a:lnTo>
                <a:lnTo>
                  <a:pt x="114685" y="23717"/>
                </a:lnTo>
                <a:lnTo>
                  <a:pt x="119246" y="94488"/>
                </a:lnTo>
                <a:close/>
              </a:path>
              <a:path w="281939" h="157480">
                <a:moveTo>
                  <a:pt x="133445" y="155448"/>
                </a:moveTo>
                <a:lnTo>
                  <a:pt x="86677" y="155448"/>
                </a:lnTo>
                <a:lnTo>
                  <a:pt x="87819" y="149828"/>
                </a:lnTo>
                <a:lnTo>
                  <a:pt x="87915" y="149352"/>
                </a:lnTo>
                <a:lnTo>
                  <a:pt x="92297" y="149161"/>
                </a:lnTo>
                <a:lnTo>
                  <a:pt x="95631" y="147447"/>
                </a:lnTo>
                <a:lnTo>
                  <a:pt x="97821" y="144399"/>
                </a:lnTo>
                <a:lnTo>
                  <a:pt x="100012" y="141446"/>
                </a:lnTo>
                <a:lnTo>
                  <a:pt x="100850" y="137255"/>
                </a:lnTo>
                <a:lnTo>
                  <a:pt x="100965" y="122777"/>
                </a:lnTo>
                <a:lnTo>
                  <a:pt x="100679" y="119348"/>
                </a:lnTo>
                <a:lnTo>
                  <a:pt x="99917" y="105156"/>
                </a:lnTo>
                <a:lnTo>
                  <a:pt x="119933" y="105156"/>
                </a:lnTo>
                <a:lnTo>
                  <a:pt x="121634" y="131540"/>
                </a:lnTo>
                <a:lnTo>
                  <a:pt x="122396" y="136207"/>
                </a:lnTo>
                <a:lnTo>
                  <a:pt x="123348" y="139541"/>
                </a:lnTo>
                <a:lnTo>
                  <a:pt x="124301" y="142970"/>
                </a:lnTo>
                <a:lnTo>
                  <a:pt x="125634" y="145446"/>
                </a:lnTo>
                <a:lnTo>
                  <a:pt x="127349" y="146970"/>
                </a:lnTo>
                <a:lnTo>
                  <a:pt x="129063" y="148590"/>
                </a:lnTo>
                <a:lnTo>
                  <a:pt x="131445" y="149542"/>
                </a:lnTo>
                <a:lnTo>
                  <a:pt x="133873" y="149828"/>
                </a:lnTo>
                <a:lnTo>
                  <a:pt x="134704" y="149828"/>
                </a:lnTo>
                <a:lnTo>
                  <a:pt x="133445" y="155448"/>
                </a:lnTo>
                <a:close/>
              </a:path>
              <a:path w="281939" h="157480">
                <a:moveTo>
                  <a:pt x="46005" y="155448"/>
                </a:moveTo>
                <a:lnTo>
                  <a:pt x="0" y="155448"/>
                </a:lnTo>
                <a:lnTo>
                  <a:pt x="1281" y="149828"/>
                </a:lnTo>
                <a:lnTo>
                  <a:pt x="47287" y="149828"/>
                </a:lnTo>
                <a:lnTo>
                  <a:pt x="46005" y="155448"/>
                </a:lnTo>
                <a:close/>
              </a:path>
              <a:path w="281939" h="157480">
                <a:moveTo>
                  <a:pt x="206121" y="156972"/>
                </a:moveTo>
                <a:lnTo>
                  <a:pt x="169315" y="138398"/>
                </a:lnTo>
                <a:lnTo>
                  <a:pt x="169201" y="138239"/>
                </a:lnTo>
                <a:lnTo>
                  <a:pt x="165746" y="130051"/>
                </a:lnTo>
                <a:lnTo>
                  <a:pt x="163667" y="120418"/>
                </a:lnTo>
                <a:lnTo>
                  <a:pt x="162972" y="109347"/>
                </a:lnTo>
                <a:lnTo>
                  <a:pt x="163275" y="102478"/>
                </a:lnTo>
                <a:lnTo>
                  <a:pt x="172165" y="60933"/>
                </a:lnTo>
                <a:lnTo>
                  <a:pt x="191209" y="25866"/>
                </a:lnTo>
                <a:lnTo>
                  <a:pt x="226697" y="2190"/>
                </a:lnTo>
                <a:lnTo>
                  <a:pt x="243458" y="0"/>
                </a:lnTo>
                <a:lnTo>
                  <a:pt x="249059" y="0"/>
                </a:lnTo>
                <a:lnTo>
                  <a:pt x="281749" y="5810"/>
                </a:lnTo>
                <a:lnTo>
                  <a:pt x="280681" y="10668"/>
                </a:lnTo>
                <a:lnTo>
                  <a:pt x="241744" y="10668"/>
                </a:lnTo>
                <a:lnTo>
                  <a:pt x="234154" y="11685"/>
                </a:lnTo>
                <a:lnTo>
                  <a:pt x="200965" y="43957"/>
                </a:lnTo>
                <a:lnTo>
                  <a:pt x="186047" y="91023"/>
                </a:lnTo>
                <a:lnTo>
                  <a:pt x="184118" y="113442"/>
                </a:lnTo>
                <a:lnTo>
                  <a:pt x="184385" y="118872"/>
                </a:lnTo>
                <a:lnTo>
                  <a:pt x="200406" y="146399"/>
                </a:lnTo>
                <a:lnTo>
                  <a:pt x="251120" y="146399"/>
                </a:lnTo>
                <a:lnTo>
                  <a:pt x="250126" y="151066"/>
                </a:lnTo>
                <a:lnTo>
                  <a:pt x="239553" y="153676"/>
                </a:lnTo>
                <a:lnTo>
                  <a:pt x="228695" y="155519"/>
                </a:lnTo>
                <a:lnTo>
                  <a:pt x="217551" y="156611"/>
                </a:lnTo>
                <a:lnTo>
                  <a:pt x="206121" y="156972"/>
                </a:lnTo>
                <a:close/>
              </a:path>
              <a:path w="281939" h="157480">
                <a:moveTo>
                  <a:pt x="274986" y="36576"/>
                </a:moveTo>
                <a:lnTo>
                  <a:pt x="264223" y="36576"/>
                </a:lnTo>
                <a:lnTo>
                  <a:pt x="263652" y="27527"/>
                </a:lnTo>
                <a:lnTo>
                  <a:pt x="261651" y="20955"/>
                </a:lnTo>
                <a:lnTo>
                  <a:pt x="258222" y="16859"/>
                </a:lnTo>
                <a:lnTo>
                  <a:pt x="254793" y="12858"/>
                </a:lnTo>
                <a:lnTo>
                  <a:pt x="249117" y="10668"/>
                </a:lnTo>
                <a:lnTo>
                  <a:pt x="280681" y="10668"/>
                </a:lnTo>
                <a:lnTo>
                  <a:pt x="274986" y="36576"/>
                </a:lnTo>
                <a:close/>
              </a:path>
              <a:path w="281939" h="157480">
                <a:moveTo>
                  <a:pt x="251120" y="146399"/>
                </a:moveTo>
                <a:lnTo>
                  <a:pt x="214503" y="146399"/>
                </a:lnTo>
                <a:lnTo>
                  <a:pt x="219360" y="145637"/>
                </a:lnTo>
                <a:lnTo>
                  <a:pt x="223551" y="143922"/>
                </a:lnTo>
                <a:lnTo>
                  <a:pt x="227742" y="142303"/>
                </a:lnTo>
                <a:lnTo>
                  <a:pt x="231743" y="139541"/>
                </a:lnTo>
                <a:lnTo>
                  <a:pt x="235362" y="135540"/>
                </a:lnTo>
                <a:lnTo>
                  <a:pt x="238982" y="131635"/>
                </a:lnTo>
                <a:lnTo>
                  <a:pt x="242601" y="126111"/>
                </a:lnTo>
                <a:lnTo>
                  <a:pt x="246221" y="118872"/>
                </a:lnTo>
                <a:lnTo>
                  <a:pt x="256984" y="118872"/>
                </a:lnTo>
                <a:lnTo>
                  <a:pt x="251120" y="146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3444138" y="3034804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54" y="63500"/>
                </a:lnTo>
                <a:lnTo>
                  <a:pt x="77254" y="0"/>
                </a:lnTo>
                <a:lnTo>
                  <a:pt x="61252" y="0"/>
                </a:lnTo>
                <a:lnTo>
                  <a:pt x="61252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52" y="78740"/>
                </a:lnTo>
                <a:lnTo>
                  <a:pt x="61252" y="142240"/>
                </a:lnTo>
                <a:lnTo>
                  <a:pt x="77254" y="142240"/>
                </a:lnTo>
                <a:lnTo>
                  <a:pt x="77254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66649" y="3015995"/>
            <a:ext cx="118776" cy="156972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957072" y="3377184"/>
            <a:ext cx="899160" cy="234950"/>
            <a:chOff x="957072" y="3377184"/>
            <a:chExt cx="899160" cy="234950"/>
          </a:xfrm>
        </p:grpSpPr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7072" y="3413760"/>
              <a:ext cx="134704" cy="15544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028700" y="3377183"/>
              <a:ext cx="828040" cy="234950"/>
            </a:xfrm>
            <a:custGeom>
              <a:avLst/>
              <a:gdLst/>
              <a:ahLst/>
              <a:cxnLst/>
              <a:rect l="l" t="t" r="r" b="b"/>
              <a:pathLst>
                <a:path w="828039" h="234950">
                  <a:moveTo>
                    <a:pt x="83820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3820" y="12192"/>
                  </a:lnTo>
                  <a:lnTo>
                    <a:pt x="83820" y="0"/>
                  </a:lnTo>
                  <a:close/>
                </a:path>
                <a:path w="828039" h="234950">
                  <a:moveTo>
                    <a:pt x="169151" y="30480"/>
                  </a:moveTo>
                  <a:lnTo>
                    <a:pt x="166103" y="21336"/>
                  </a:lnTo>
                  <a:lnTo>
                    <a:pt x="150964" y="27076"/>
                  </a:lnTo>
                  <a:lnTo>
                    <a:pt x="137528" y="35242"/>
                  </a:lnTo>
                  <a:lnTo>
                    <a:pt x="108699" y="74015"/>
                  </a:lnTo>
                  <a:lnTo>
                    <a:pt x="99047" y="128016"/>
                  </a:lnTo>
                  <a:lnTo>
                    <a:pt x="100177" y="147764"/>
                  </a:lnTo>
                  <a:lnTo>
                    <a:pt x="115811" y="198120"/>
                  </a:lnTo>
                  <a:lnTo>
                    <a:pt x="150964" y="228981"/>
                  </a:lnTo>
                  <a:lnTo>
                    <a:pt x="166103" y="234696"/>
                  </a:lnTo>
                  <a:lnTo>
                    <a:pt x="169151" y="225552"/>
                  </a:lnTo>
                  <a:lnTo>
                    <a:pt x="157200" y="220751"/>
                  </a:lnTo>
                  <a:lnTo>
                    <a:pt x="146672" y="213360"/>
                  </a:lnTo>
                  <a:lnTo>
                    <a:pt x="125298" y="178574"/>
                  </a:lnTo>
                  <a:lnTo>
                    <a:pt x="118859" y="126492"/>
                  </a:lnTo>
                  <a:lnTo>
                    <a:pt x="119481" y="108800"/>
                  </a:lnTo>
                  <a:lnTo>
                    <a:pt x="119545" y="108305"/>
                  </a:lnTo>
                  <a:lnTo>
                    <a:pt x="121526" y="92392"/>
                  </a:lnTo>
                  <a:lnTo>
                    <a:pt x="137871" y="52565"/>
                  </a:lnTo>
                  <a:lnTo>
                    <a:pt x="157200" y="35941"/>
                  </a:lnTo>
                  <a:lnTo>
                    <a:pt x="169151" y="30480"/>
                  </a:lnTo>
                  <a:close/>
                </a:path>
                <a:path w="828039" h="234950">
                  <a:moveTo>
                    <a:pt x="827519" y="128016"/>
                  </a:moveTo>
                  <a:lnTo>
                    <a:pt x="817232" y="74015"/>
                  </a:lnTo>
                  <a:lnTo>
                    <a:pt x="788657" y="35242"/>
                  </a:lnTo>
                  <a:lnTo>
                    <a:pt x="758939" y="21336"/>
                  </a:lnTo>
                  <a:lnTo>
                    <a:pt x="755891" y="30480"/>
                  </a:lnTo>
                  <a:lnTo>
                    <a:pt x="768515" y="35941"/>
                  </a:lnTo>
                  <a:lnTo>
                    <a:pt x="779132" y="43243"/>
                  </a:lnTo>
                  <a:lnTo>
                    <a:pt x="801281" y="77419"/>
                  </a:lnTo>
                  <a:lnTo>
                    <a:pt x="807707" y="126492"/>
                  </a:lnTo>
                  <a:lnTo>
                    <a:pt x="807643" y="128016"/>
                  </a:lnTo>
                  <a:lnTo>
                    <a:pt x="800646" y="178574"/>
                  </a:lnTo>
                  <a:lnTo>
                    <a:pt x="779322" y="213360"/>
                  </a:lnTo>
                  <a:lnTo>
                    <a:pt x="757415" y="225552"/>
                  </a:lnTo>
                  <a:lnTo>
                    <a:pt x="758939" y="234696"/>
                  </a:lnTo>
                  <a:lnTo>
                    <a:pt x="800735" y="210693"/>
                  </a:lnTo>
                  <a:lnTo>
                    <a:pt x="823137" y="165925"/>
                  </a:lnTo>
                  <a:lnTo>
                    <a:pt x="826503" y="145948"/>
                  </a:lnTo>
                  <a:lnTo>
                    <a:pt x="827519" y="1280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0911" y="3413760"/>
              <a:ext cx="134704" cy="15544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417218" y="3432568"/>
              <a:ext cx="139065" cy="142240"/>
            </a:xfrm>
            <a:custGeom>
              <a:avLst/>
              <a:gdLst/>
              <a:ahLst/>
              <a:cxnLst/>
              <a:rect l="l" t="t" r="r" b="b"/>
              <a:pathLst>
                <a:path w="139065" h="142239">
                  <a:moveTo>
                    <a:pt x="138493" y="63500"/>
                  </a:moveTo>
                  <a:lnTo>
                    <a:pt x="77241" y="63500"/>
                  </a:lnTo>
                  <a:lnTo>
                    <a:pt x="77241" y="0"/>
                  </a:lnTo>
                  <a:lnTo>
                    <a:pt x="61239" y="0"/>
                  </a:lnTo>
                  <a:lnTo>
                    <a:pt x="61239" y="63500"/>
                  </a:lnTo>
                  <a:lnTo>
                    <a:pt x="0" y="63500"/>
                  </a:lnTo>
                  <a:lnTo>
                    <a:pt x="0" y="78740"/>
                  </a:lnTo>
                  <a:lnTo>
                    <a:pt x="61239" y="78740"/>
                  </a:lnTo>
                  <a:lnTo>
                    <a:pt x="61239" y="142240"/>
                  </a:lnTo>
                  <a:lnTo>
                    <a:pt x="77241" y="142240"/>
                  </a:lnTo>
                  <a:lnTo>
                    <a:pt x="77241" y="78740"/>
                  </a:lnTo>
                  <a:lnTo>
                    <a:pt x="138493" y="78740"/>
                  </a:lnTo>
                  <a:lnTo>
                    <a:pt x="138493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29441" y="3415284"/>
              <a:ext cx="131826" cy="153924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1944522" y="3432568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41" y="63500"/>
                </a:lnTo>
                <a:lnTo>
                  <a:pt x="77241" y="0"/>
                </a:lnTo>
                <a:lnTo>
                  <a:pt x="61239" y="0"/>
                </a:lnTo>
                <a:lnTo>
                  <a:pt x="61239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39" y="78740"/>
                </a:lnTo>
                <a:lnTo>
                  <a:pt x="61239" y="142240"/>
                </a:lnTo>
                <a:lnTo>
                  <a:pt x="77241" y="142240"/>
                </a:lnTo>
                <a:lnTo>
                  <a:pt x="77241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2171699" y="3378708"/>
            <a:ext cx="1647825" cy="233679"/>
            <a:chOff x="2171699" y="3378708"/>
            <a:chExt cx="1647825" cy="233679"/>
          </a:xfrm>
        </p:grpSpPr>
        <p:sp>
          <p:nvSpPr>
            <p:cNvPr id="24" name="object 24" descr=""/>
            <p:cNvSpPr/>
            <p:nvPr/>
          </p:nvSpPr>
          <p:spPr>
            <a:xfrm>
              <a:off x="2171699" y="3398519"/>
              <a:ext cx="876300" cy="213360"/>
            </a:xfrm>
            <a:custGeom>
              <a:avLst/>
              <a:gdLst/>
              <a:ahLst/>
              <a:cxnLst/>
              <a:rect l="l" t="t" r="r" b="b"/>
              <a:pathLst>
                <a:path w="876300" h="213360">
                  <a:moveTo>
                    <a:pt x="807720" y="213360"/>
                  </a:moveTo>
                  <a:lnTo>
                    <a:pt x="806196" y="204216"/>
                  </a:lnTo>
                  <a:lnTo>
                    <a:pt x="817935" y="199405"/>
                  </a:lnTo>
                  <a:lnTo>
                    <a:pt x="828103" y="192024"/>
                  </a:lnTo>
                  <a:lnTo>
                    <a:pt x="849415" y="157233"/>
                  </a:lnTo>
                  <a:lnTo>
                    <a:pt x="856422" y="106680"/>
                  </a:lnTo>
                  <a:lnTo>
                    <a:pt x="856488" y="105156"/>
                  </a:lnTo>
                  <a:lnTo>
                    <a:pt x="855868" y="87463"/>
                  </a:lnTo>
                  <a:lnTo>
                    <a:pt x="844296" y="42672"/>
                  </a:lnTo>
                  <a:lnTo>
                    <a:pt x="817292" y="14597"/>
                  </a:lnTo>
                  <a:lnTo>
                    <a:pt x="804672" y="9144"/>
                  </a:lnTo>
                  <a:lnTo>
                    <a:pt x="807720" y="0"/>
                  </a:lnTo>
                  <a:lnTo>
                    <a:pt x="848868" y="24645"/>
                  </a:lnTo>
                  <a:lnTo>
                    <a:pt x="871728" y="68961"/>
                  </a:lnTo>
                  <a:lnTo>
                    <a:pt x="876300" y="106680"/>
                  </a:lnTo>
                  <a:lnTo>
                    <a:pt x="875283" y="124610"/>
                  </a:lnTo>
                  <a:lnTo>
                    <a:pt x="859536" y="176783"/>
                  </a:lnTo>
                  <a:lnTo>
                    <a:pt x="823745" y="207645"/>
                  </a:lnTo>
                  <a:lnTo>
                    <a:pt x="807720" y="213360"/>
                  </a:lnTo>
                  <a:close/>
                </a:path>
                <a:path w="876300" h="213360">
                  <a:moveTo>
                    <a:pt x="67056" y="213360"/>
                  </a:moveTo>
                  <a:lnTo>
                    <a:pt x="26765" y="189357"/>
                  </a:lnTo>
                  <a:lnTo>
                    <a:pt x="4381" y="144589"/>
                  </a:lnTo>
                  <a:lnTo>
                    <a:pt x="0" y="106680"/>
                  </a:lnTo>
                  <a:lnTo>
                    <a:pt x="1090" y="87463"/>
                  </a:lnTo>
                  <a:lnTo>
                    <a:pt x="1119" y="86963"/>
                  </a:lnTo>
                  <a:lnTo>
                    <a:pt x="16764" y="38100"/>
                  </a:lnTo>
                  <a:lnTo>
                    <a:pt x="51911" y="5738"/>
                  </a:lnTo>
                  <a:lnTo>
                    <a:pt x="67056" y="0"/>
                  </a:lnTo>
                  <a:lnTo>
                    <a:pt x="70104" y="9144"/>
                  </a:lnTo>
                  <a:lnTo>
                    <a:pt x="58150" y="14597"/>
                  </a:lnTo>
                  <a:lnTo>
                    <a:pt x="47625" y="21907"/>
                  </a:lnTo>
                  <a:lnTo>
                    <a:pt x="26241" y="56078"/>
                  </a:lnTo>
                  <a:lnTo>
                    <a:pt x="20493" y="86963"/>
                  </a:lnTo>
                  <a:lnTo>
                    <a:pt x="20431" y="87463"/>
                  </a:lnTo>
                  <a:lnTo>
                    <a:pt x="22479" y="141922"/>
                  </a:lnTo>
                  <a:lnTo>
                    <a:pt x="38814" y="182356"/>
                  </a:lnTo>
                  <a:lnTo>
                    <a:pt x="70104" y="204216"/>
                  </a:lnTo>
                  <a:lnTo>
                    <a:pt x="67056" y="213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52757" y="3415284"/>
              <a:ext cx="131826" cy="153924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471826" y="3398519"/>
              <a:ext cx="1347470" cy="213360"/>
            </a:xfrm>
            <a:custGeom>
              <a:avLst/>
              <a:gdLst/>
              <a:ahLst/>
              <a:cxnLst/>
              <a:rect l="l" t="t" r="r" b="b"/>
              <a:pathLst>
                <a:path w="1347470" h="213360">
                  <a:moveTo>
                    <a:pt x="138493" y="97548"/>
                  </a:moveTo>
                  <a:lnTo>
                    <a:pt x="77241" y="97548"/>
                  </a:lnTo>
                  <a:lnTo>
                    <a:pt x="77241" y="34048"/>
                  </a:lnTo>
                  <a:lnTo>
                    <a:pt x="61239" y="34048"/>
                  </a:lnTo>
                  <a:lnTo>
                    <a:pt x="61239" y="97548"/>
                  </a:lnTo>
                  <a:lnTo>
                    <a:pt x="0" y="97548"/>
                  </a:lnTo>
                  <a:lnTo>
                    <a:pt x="0" y="112788"/>
                  </a:lnTo>
                  <a:lnTo>
                    <a:pt x="61239" y="112788"/>
                  </a:lnTo>
                  <a:lnTo>
                    <a:pt x="61239" y="176288"/>
                  </a:lnTo>
                  <a:lnTo>
                    <a:pt x="77241" y="176288"/>
                  </a:lnTo>
                  <a:lnTo>
                    <a:pt x="77241" y="112788"/>
                  </a:lnTo>
                  <a:lnTo>
                    <a:pt x="138493" y="112788"/>
                  </a:lnTo>
                  <a:lnTo>
                    <a:pt x="138493" y="97548"/>
                  </a:lnTo>
                  <a:close/>
                </a:path>
                <a:path w="1347470" h="213360">
                  <a:moveTo>
                    <a:pt x="339013" y="165074"/>
                  </a:moveTo>
                  <a:lnTo>
                    <a:pt x="338188" y="165074"/>
                  </a:lnTo>
                  <a:lnTo>
                    <a:pt x="335749" y="164795"/>
                  </a:lnTo>
                  <a:lnTo>
                    <a:pt x="333375" y="163842"/>
                  </a:lnTo>
                  <a:lnTo>
                    <a:pt x="331660" y="162217"/>
                  </a:lnTo>
                  <a:lnTo>
                    <a:pt x="329946" y="160693"/>
                  </a:lnTo>
                  <a:lnTo>
                    <a:pt x="328612" y="158216"/>
                  </a:lnTo>
                  <a:lnTo>
                    <a:pt x="327660" y="154787"/>
                  </a:lnTo>
                  <a:lnTo>
                    <a:pt x="326707" y="151460"/>
                  </a:lnTo>
                  <a:lnTo>
                    <a:pt x="325945" y="146786"/>
                  </a:lnTo>
                  <a:lnTo>
                    <a:pt x="324243" y="120408"/>
                  </a:lnTo>
                  <a:lnTo>
                    <a:pt x="323557" y="109740"/>
                  </a:lnTo>
                  <a:lnTo>
                    <a:pt x="318998" y="38963"/>
                  </a:lnTo>
                  <a:lnTo>
                    <a:pt x="317461" y="15252"/>
                  </a:lnTo>
                  <a:lnTo>
                    <a:pt x="303745" y="15252"/>
                  </a:lnTo>
                  <a:lnTo>
                    <a:pt x="303745" y="109740"/>
                  </a:lnTo>
                  <a:lnTo>
                    <a:pt x="259842" y="109740"/>
                  </a:lnTo>
                  <a:lnTo>
                    <a:pt x="299847" y="38963"/>
                  </a:lnTo>
                  <a:lnTo>
                    <a:pt x="301078" y="38963"/>
                  </a:lnTo>
                  <a:lnTo>
                    <a:pt x="301180" y="47726"/>
                  </a:lnTo>
                  <a:lnTo>
                    <a:pt x="301561" y="62585"/>
                  </a:lnTo>
                  <a:lnTo>
                    <a:pt x="301650" y="68783"/>
                  </a:lnTo>
                  <a:lnTo>
                    <a:pt x="301840" y="73634"/>
                  </a:lnTo>
                  <a:lnTo>
                    <a:pt x="303745" y="109740"/>
                  </a:lnTo>
                  <a:lnTo>
                    <a:pt x="303745" y="15252"/>
                  </a:lnTo>
                  <a:lnTo>
                    <a:pt x="300507" y="15252"/>
                  </a:lnTo>
                  <a:lnTo>
                    <a:pt x="224307" y="147269"/>
                  </a:lnTo>
                  <a:lnTo>
                    <a:pt x="221068" y="152501"/>
                  </a:lnTo>
                  <a:lnTo>
                    <a:pt x="218782" y="155549"/>
                  </a:lnTo>
                  <a:lnTo>
                    <a:pt x="216496" y="158699"/>
                  </a:lnTo>
                  <a:lnTo>
                    <a:pt x="214312" y="160985"/>
                  </a:lnTo>
                  <a:lnTo>
                    <a:pt x="212217" y="162509"/>
                  </a:lnTo>
                  <a:lnTo>
                    <a:pt x="210121" y="164122"/>
                  </a:lnTo>
                  <a:lnTo>
                    <a:pt x="207924" y="165074"/>
                  </a:lnTo>
                  <a:lnTo>
                    <a:pt x="205587" y="165074"/>
                  </a:lnTo>
                  <a:lnTo>
                    <a:pt x="204304" y="170700"/>
                  </a:lnTo>
                  <a:lnTo>
                    <a:pt x="250317" y="170700"/>
                  </a:lnTo>
                  <a:lnTo>
                    <a:pt x="251599" y="165074"/>
                  </a:lnTo>
                  <a:lnTo>
                    <a:pt x="250304" y="165074"/>
                  </a:lnTo>
                  <a:lnTo>
                    <a:pt x="244030" y="164122"/>
                  </a:lnTo>
                  <a:lnTo>
                    <a:pt x="240220" y="160413"/>
                  </a:lnTo>
                  <a:lnTo>
                    <a:pt x="240220" y="151460"/>
                  </a:lnTo>
                  <a:lnTo>
                    <a:pt x="254787" y="120408"/>
                  </a:lnTo>
                  <a:lnTo>
                    <a:pt x="304228" y="120408"/>
                  </a:lnTo>
                  <a:lnTo>
                    <a:pt x="304990" y="134594"/>
                  </a:lnTo>
                  <a:lnTo>
                    <a:pt x="305269" y="138023"/>
                  </a:lnTo>
                  <a:lnTo>
                    <a:pt x="305155" y="152501"/>
                  </a:lnTo>
                  <a:lnTo>
                    <a:pt x="304317" y="156692"/>
                  </a:lnTo>
                  <a:lnTo>
                    <a:pt x="302133" y="159651"/>
                  </a:lnTo>
                  <a:lnTo>
                    <a:pt x="299935" y="162699"/>
                  </a:lnTo>
                  <a:lnTo>
                    <a:pt x="296608" y="164414"/>
                  </a:lnTo>
                  <a:lnTo>
                    <a:pt x="292227" y="164604"/>
                  </a:lnTo>
                  <a:lnTo>
                    <a:pt x="292125" y="165074"/>
                  </a:lnTo>
                  <a:lnTo>
                    <a:pt x="290982" y="170700"/>
                  </a:lnTo>
                  <a:lnTo>
                    <a:pt x="337756" y="170700"/>
                  </a:lnTo>
                  <a:lnTo>
                    <a:pt x="339013" y="165074"/>
                  </a:lnTo>
                  <a:close/>
                </a:path>
                <a:path w="1347470" h="213360">
                  <a:moveTo>
                    <a:pt x="485317" y="165074"/>
                  </a:moveTo>
                  <a:lnTo>
                    <a:pt x="484492" y="165074"/>
                  </a:lnTo>
                  <a:lnTo>
                    <a:pt x="482053" y="164795"/>
                  </a:lnTo>
                  <a:lnTo>
                    <a:pt x="479679" y="163842"/>
                  </a:lnTo>
                  <a:lnTo>
                    <a:pt x="477964" y="162217"/>
                  </a:lnTo>
                  <a:lnTo>
                    <a:pt x="476250" y="160693"/>
                  </a:lnTo>
                  <a:lnTo>
                    <a:pt x="474916" y="158216"/>
                  </a:lnTo>
                  <a:lnTo>
                    <a:pt x="473964" y="154787"/>
                  </a:lnTo>
                  <a:lnTo>
                    <a:pt x="473011" y="151460"/>
                  </a:lnTo>
                  <a:lnTo>
                    <a:pt x="472249" y="146786"/>
                  </a:lnTo>
                  <a:lnTo>
                    <a:pt x="470547" y="120408"/>
                  </a:lnTo>
                  <a:lnTo>
                    <a:pt x="469861" y="109740"/>
                  </a:lnTo>
                  <a:lnTo>
                    <a:pt x="465302" y="38963"/>
                  </a:lnTo>
                  <a:lnTo>
                    <a:pt x="463765" y="15252"/>
                  </a:lnTo>
                  <a:lnTo>
                    <a:pt x="450049" y="15252"/>
                  </a:lnTo>
                  <a:lnTo>
                    <a:pt x="450049" y="109740"/>
                  </a:lnTo>
                  <a:lnTo>
                    <a:pt x="406146" y="109740"/>
                  </a:lnTo>
                  <a:lnTo>
                    <a:pt x="446151" y="38963"/>
                  </a:lnTo>
                  <a:lnTo>
                    <a:pt x="447382" y="38963"/>
                  </a:lnTo>
                  <a:lnTo>
                    <a:pt x="447484" y="47726"/>
                  </a:lnTo>
                  <a:lnTo>
                    <a:pt x="447865" y="62585"/>
                  </a:lnTo>
                  <a:lnTo>
                    <a:pt x="447954" y="68783"/>
                  </a:lnTo>
                  <a:lnTo>
                    <a:pt x="448144" y="73634"/>
                  </a:lnTo>
                  <a:lnTo>
                    <a:pt x="450049" y="109740"/>
                  </a:lnTo>
                  <a:lnTo>
                    <a:pt x="450049" y="15252"/>
                  </a:lnTo>
                  <a:lnTo>
                    <a:pt x="446811" y="15252"/>
                  </a:lnTo>
                  <a:lnTo>
                    <a:pt x="370611" y="147269"/>
                  </a:lnTo>
                  <a:lnTo>
                    <a:pt x="367372" y="152501"/>
                  </a:lnTo>
                  <a:lnTo>
                    <a:pt x="365086" y="155549"/>
                  </a:lnTo>
                  <a:lnTo>
                    <a:pt x="362800" y="158699"/>
                  </a:lnTo>
                  <a:lnTo>
                    <a:pt x="360616" y="160985"/>
                  </a:lnTo>
                  <a:lnTo>
                    <a:pt x="358521" y="162509"/>
                  </a:lnTo>
                  <a:lnTo>
                    <a:pt x="356425" y="164122"/>
                  </a:lnTo>
                  <a:lnTo>
                    <a:pt x="354228" y="165074"/>
                  </a:lnTo>
                  <a:lnTo>
                    <a:pt x="351891" y="165074"/>
                  </a:lnTo>
                  <a:lnTo>
                    <a:pt x="350608" y="170700"/>
                  </a:lnTo>
                  <a:lnTo>
                    <a:pt x="396621" y="170700"/>
                  </a:lnTo>
                  <a:lnTo>
                    <a:pt x="397903" y="165074"/>
                  </a:lnTo>
                  <a:lnTo>
                    <a:pt x="396608" y="165074"/>
                  </a:lnTo>
                  <a:lnTo>
                    <a:pt x="390334" y="164122"/>
                  </a:lnTo>
                  <a:lnTo>
                    <a:pt x="386524" y="160413"/>
                  </a:lnTo>
                  <a:lnTo>
                    <a:pt x="386524" y="151460"/>
                  </a:lnTo>
                  <a:lnTo>
                    <a:pt x="401091" y="120408"/>
                  </a:lnTo>
                  <a:lnTo>
                    <a:pt x="450532" y="120408"/>
                  </a:lnTo>
                  <a:lnTo>
                    <a:pt x="451294" y="134594"/>
                  </a:lnTo>
                  <a:lnTo>
                    <a:pt x="451573" y="138023"/>
                  </a:lnTo>
                  <a:lnTo>
                    <a:pt x="451459" y="152501"/>
                  </a:lnTo>
                  <a:lnTo>
                    <a:pt x="450621" y="156692"/>
                  </a:lnTo>
                  <a:lnTo>
                    <a:pt x="448437" y="159651"/>
                  </a:lnTo>
                  <a:lnTo>
                    <a:pt x="446239" y="162699"/>
                  </a:lnTo>
                  <a:lnTo>
                    <a:pt x="442912" y="164414"/>
                  </a:lnTo>
                  <a:lnTo>
                    <a:pt x="438531" y="164604"/>
                  </a:lnTo>
                  <a:lnTo>
                    <a:pt x="438429" y="165074"/>
                  </a:lnTo>
                  <a:lnTo>
                    <a:pt x="437286" y="170700"/>
                  </a:lnTo>
                  <a:lnTo>
                    <a:pt x="484060" y="170700"/>
                  </a:lnTo>
                  <a:lnTo>
                    <a:pt x="485317" y="165074"/>
                  </a:lnTo>
                  <a:close/>
                </a:path>
                <a:path w="1347470" h="213360">
                  <a:moveTo>
                    <a:pt x="687425" y="9144"/>
                  </a:moveTo>
                  <a:lnTo>
                    <a:pt x="684377" y="0"/>
                  </a:lnTo>
                  <a:lnTo>
                    <a:pt x="669226" y="5740"/>
                  </a:lnTo>
                  <a:lnTo>
                    <a:pt x="655802" y="13906"/>
                  </a:lnTo>
                  <a:lnTo>
                    <a:pt x="626960" y="52679"/>
                  </a:lnTo>
                  <a:lnTo>
                    <a:pt x="617321" y="106680"/>
                  </a:lnTo>
                  <a:lnTo>
                    <a:pt x="618439" y="126428"/>
                  </a:lnTo>
                  <a:lnTo>
                    <a:pt x="634085" y="176784"/>
                  </a:lnTo>
                  <a:lnTo>
                    <a:pt x="669226" y="207645"/>
                  </a:lnTo>
                  <a:lnTo>
                    <a:pt x="684377" y="213360"/>
                  </a:lnTo>
                  <a:lnTo>
                    <a:pt x="687425" y="204216"/>
                  </a:lnTo>
                  <a:lnTo>
                    <a:pt x="675462" y="199415"/>
                  </a:lnTo>
                  <a:lnTo>
                    <a:pt x="664946" y="192024"/>
                  </a:lnTo>
                  <a:lnTo>
                    <a:pt x="643559" y="157238"/>
                  </a:lnTo>
                  <a:lnTo>
                    <a:pt x="637133" y="105156"/>
                  </a:lnTo>
                  <a:lnTo>
                    <a:pt x="637743" y="87464"/>
                  </a:lnTo>
                  <a:lnTo>
                    <a:pt x="637806" y="86969"/>
                  </a:lnTo>
                  <a:lnTo>
                    <a:pt x="639800" y="71056"/>
                  </a:lnTo>
                  <a:lnTo>
                    <a:pt x="656132" y="31229"/>
                  </a:lnTo>
                  <a:lnTo>
                    <a:pt x="675462" y="14605"/>
                  </a:lnTo>
                  <a:lnTo>
                    <a:pt x="687425" y="9144"/>
                  </a:lnTo>
                  <a:close/>
                </a:path>
                <a:path w="1347470" h="213360">
                  <a:moveTo>
                    <a:pt x="1347317" y="106680"/>
                  </a:moveTo>
                  <a:lnTo>
                    <a:pt x="1347228" y="105156"/>
                  </a:lnTo>
                  <a:lnTo>
                    <a:pt x="1346174" y="86969"/>
                  </a:lnTo>
                  <a:lnTo>
                    <a:pt x="1342745" y="68961"/>
                  </a:lnTo>
                  <a:lnTo>
                    <a:pt x="1319885" y="24650"/>
                  </a:lnTo>
                  <a:lnTo>
                    <a:pt x="1278737" y="0"/>
                  </a:lnTo>
                  <a:lnTo>
                    <a:pt x="1275689" y="9144"/>
                  </a:lnTo>
                  <a:lnTo>
                    <a:pt x="1288300" y="14605"/>
                  </a:lnTo>
                  <a:lnTo>
                    <a:pt x="1298930" y="21907"/>
                  </a:lnTo>
                  <a:lnTo>
                    <a:pt x="1321066" y="56083"/>
                  </a:lnTo>
                  <a:lnTo>
                    <a:pt x="1327505" y="105156"/>
                  </a:lnTo>
                  <a:lnTo>
                    <a:pt x="1327429" y="106680"/>
                  </a:lnTo>
                  <a:lnTo>
                    <a:pt x="1326667" y="124612"/>
                  </a:lnTo>
                  <a:lnTo>
                    <a:pt x="1315313" y="170688"/>
                  </a:lnTo>
                  <a:lnTo>
                    <a:pt x="1288948" y="199415"/>
                  </a:lnTo>
                  <a:lnTo>
                    <a:pt x="1277213" y="204216"/>
                  </a:lnTo>
                  <a:lnTo>
                    <a:pt x="1278737" y="213360"/>
                  </a:lnTo>
                  <a:lnTo>
                    <a:pt x="1320520" y="189357"/>
                  </a:lnTo>
                  <a:lnTo>
                    <a:pt x="1342936" y="144589"/>
                  </a:lnTo>
                  <a:lnTo>
                    <a:pt x="1346288" y="124612"/>
                  </a:lnTo>
                  <a:lnTo>
                    <a:pt x="1347317" y="106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2300" y="3413760"/>
              <a:ext cx="134704" cy="15544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3378606" y="3432568"/>
              <a:ext cx="139065" cy="142240"/>
            </a:xfrm>
            <a:custGeom>
              <a:avLst/>
              <a:gdLst/>
              <a:ahLst/>
              <a:cxnLst/>
              <a:rect l="l" t="t" r="r" b="b"/>
              <a:pathLst>
                <a:path w="139064" h="142239">
                  <a:moveTo>
                    <a:pt x="138493" y="63500"/>
                  </a:moveTo>
                  <a:lnTo>
                    <a:pt x="77254" y="63500"/>
                  </a:lnTo>
                  <a:lnTo>
                    <a:pt x="77254" y="0"/>
                  </a:lnTo>
                  <a:lnTo>
                    <a:pt x="61252" y="0"/>
                  </a:lnTo>
                  <a:lnTo>
                    <a:pt x="61252" y="63500"/>
                  </a:lnTo>
                  <a:lnTo>
                    <a:pt x="0" y="63500"/>
                  </a:lnTo>
                  <a:lnTo>
                    <a:pt x="0" y="78740"/>
                  </a:lnTo>
                  <a:lnTo>
                    <a:pt x="61252" y="78740"/>
                  </a:lnTo>
                  <a:lnTo>
                    <a:pt x="61252" y="142240"/>
                  </a:lnTo>
                  <a:lnTo>
                    <a:pt x="77254" y="142240"/>
                  </a:lnTo>
                  <a:lnTo>
                    <a:pt x="77254" y="78740"/>
                  </a:lnTo>
                  <a:lnTo>
                    <a:pt x="138493" y="78740"/>
                  </a:lnTo>
                  <a:lnTo>
                    <a:pt x="138493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0829" y="3415284"/>
              <a:ext cx="131826" cy="153924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3624072" y="3378708"/>
              <a:ext cx="99060" cy="12700"/>
            </a:xfrm>
            <a:custGeom>
              <a:avLst/>
              <a:gdLst/>
              <a:ahLst/>
              <a:cxnLst/>
              <a:rect l="l" t="t" r="r" b="b"/>
              <a:pathLst>
                <a:path w="99060" h="12700">
                  <a:moveTo>
                    <a:pt x="98964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98964" y="0"/>
                  </a:lnTo>
                  <a:lnTo>
                    <a:pt x="98964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957072" y="3773423"/>
            <a:ext cx="1836420" cy="234950"/>
            <a:chOff x="957072" y="3773423"/>
            <a:chExt cx="1836420" cy="234950"/>
          </a:xfrm>
        </p:grpSpPr>
        <p:sp>
          <p:nvSpPr>
            <p:cNvPr id="32" name="object 32" descr=""/>
            <p:cNvSpPr/>
            <p:nvPr/>
          </p:nvSpPr>
          <p:spPr>
            <a:xfrm>
              <a:off x="957072" y="3774960"/>
              <a:ext cx="1054735" cy="233679"/>
            </a:xfrm>
            <a:custGeom>
              <a:avLst/>
              <a:gdLst/>
              <a:ahLst/>
              <a:cxnLst/>
              <a:rect l="l" t="t" r="r" b="b"/>
              <a:pathLst>
                <a:path w="1054735" h="233679">
                  <a:moveTo>
                    <a:pt x="134696" y="184873"/>
                  </a:moveTo>
                  <a:lnTo>
                    <a:pt x="133870" y="184873"/>
                  </a:lnTo>
                  <a:lnTo>
                    <a:pt x="131445" y="184594"/>
                  </a:lnTo>
                  <a:lnTo>
                    <a:pt x="129057" y="183642"/>
                  </a:lnTo>
                  <a:lnTo>
                    <a:pt x="127342" y="182016"/>
                  </a:lnTo>
                  <a:lnTo>
                    <a:pt x="125628" y="180492"/>
                  </a:lnTo>
                  <a:lnTo>
                    <a:pt x="124294" y="178015"/>
                  </a:lnTo>
                  <a:lnTo>
                    <a:pt x="123342" y="174586"/>
                  </a:lnTo>
                  <a:lnTo>
                    <a:pt x="122389" y="171259"/>
                  </a:lnTo>
                  <a:lnTo>
                    <a:pt x="121627" y="166585"/>
                  </a:lnTo>
                  <a:lnTo>
                    <a:pt x="119926" y="140208"/>
                  </a:lnTo>
                  <a:lnTo>
                    <a:pt x="119240" y="129540"/>
                  </a:lnTo>
                  <a:lnTo>
                    <a:pt x="114681" y="58762"/>
                  </a:lnTo>
                  <a:lnTo>
                    <a:pt x="113157" y="35052"/>
                  </a:lnTo>
                  <a:lnTo>
                    <a:pt x="99441" y="35052"/>
                  </a:lnTo>
                  <a:lnTo>
                    <a:pt x="99441" y="129540"/>
                  </a:lnTo>
                  <a:lnTo>
                    <a:pt x="55524" y="129540"/>
                  </a:lnTo>
                  <a:lnTo>
                    <a:pt x="95529" y="58762"/>
                  </a:lnTo>
                  <a:lnTo>
                    <a:pt x="96774" y="58762"/>
                  </a:lnTo>
                  <a:lnTo>
                    <a:pt x="96862" y="67525"/>
                  </a:lnTo>
                  <a:lnTo>
                    <a:pt x="97243" y="82384"/>
                  </a:lnTo>
                  <a:lnTo>
                    <a:pt x="97345" y="88582"/>
                  </a:lnTo>
                  <a:lnTo>
                    <a:pt x="97536" y="93433"/>
                  </a:lnTo>
                  <a:lnTo>
                    <a:pt x="99441" y="129540"/>
                  </a:lnTo>
                  <a:lnTo>
                    <a:pt x="99441" y="35052"/>
                  </a:lnTo>
                  <a:lnTo>
                    <a:pt x="96202" y="35052"/>
                  </a:lnTo>
                  <a:lnTo>
                    <a:pt x="20002" y="167068"/>
                  </a:lnTo>
                  <a:lnTo>
                    <a:pt x="16764" y="172300"/>
                  </a:lnTo>
                  <a:lnTo>
                    <a:pt x="14478" y="175348"/>
                  </a:lnTo>
                  <a:lnTo>
                    <a:pt x="12192" y="178498"/>
                  </a:lnTo>
                  <a:lnTo>
                    <a:pt x="9994" y="180784"/>
                  </a:lnTo>
                  <a:lnTo>
                    <a:pt x="7899" y="182308"/>
                  </a:lnTo>
                  <a:lnTo>
                    <a:pt x="5803" y="183921"/>
                  </a:lnTo>
                  <a:lnTo>
                    <a:pt x="3619" y="184873"/>
                  </a:lnTo>
                  <a:lnTo>
                    <a:pt x="1270" y="184873"/>
                  </a:lnTo>
                  <a:lnTo>
                    <a:pt x="0" y="190500"/>
                  </a:lnTo>
                  <a:lnTo>
                    <a:pt x="45999" y="190500"/>
                  </a:lnTo>
                  <a:lnTo>
                    <a:pt x="47282" y="184873"/>
                  </a:lnTo>
                  <a:lnTo>
                    <a:pt x="45986" y="184873"/>
                  </a:lnTo>
                  <a:lnTo>
                    <a:pt x="39712" y="183921"/>
                  </a:lnTo>
                  <a:lnTo>
                    <a:pt x="35902" y="180213"/>
                  </a:lnTo>
                  <a:lnTo>
                    <a:pt x="35902" y="171259"/>
                  </a:lnTo>
                  <a:lnTo>
                    <a:pt x="50482" y="140208"/>
                  </a:lnTo>
                  <a:lnTo>
                    <a:pt x="99910" y="140208"/>
                  </a:lnTo>
                  <a:lnTo>
                    <a:pt x="100672" y="154393"/>
                  </a:lnTo>
                  <a:lnTo>
                    <a:pt x="100965" y="157822"/>
                  </a:lnTo>
                  <a:lnTo>
                    <a:pt x="100850" y="172300"/>
                  </a:lnTo>
                  <a:lnTo>
                    <a:pt x="100012" y="176491"/>
                  </a:lnTo>
                  <a:lnTo>
                    <a:pt x="97815" y="179451"/>
                  </a:lnTo>
                  <a:lnTo>
                    <a:pt x="95631" y="182499"/>
                  </a:lnTo>
                  <a:lnTo>
                    <a:pt x="92290" y="184213"/>
                  </a:lnTo>
                  <a:lnTo>
                    <a:pt x="87909" y="184404"/>
                  </a:lnTo>
                  <a:lnTo>
                    <a:pt x="87807" y="184873"/>
                  </a:lnTo>
                  <a:lnTo>
                    <a:pt x="86677" y="190500"/>
                  </a:lnTo>
                  <a:lnTo>
                    <a:pt x="133438" y="190500"/>
                  </a:lnTo>
                  <a:lnTo>
                    <a:pt x="134696" y="184873"/>
                  </a:lnTo>
                  <a:close/>
                </a:path>
                <a:path w="1054735" h="233679">
                  <a:moveTo>
                    <a:pt x="286029" y="60960"/>
                  </a:moveTo>
                  <a:lnTo>
                    <a:pt x="265176" y="39890"/>
                  </a:lnTo>
                  <a:lnTo>
                    <a:pt x="265176" y="65620"/>
                  </a:lnTo>
                  <a:lnTo>
                    <a:pt x="265074" y="75057"/>
                  </a:lnTo>
                  <a:lnTo>
                    <a:pt x="264312" y="79527"/>
                  </a:lnTo>
                  <a:lnTo>
                    <a:pt x="262509" y="83820"/>
                  </a:lnTo>
                  <a:lnTo>
                    <a:pt x="260794" y="88201"/>
                  </a:lnTo>
                  <a:lnTo>
                    <a:pt x="257937" y="92100"/>
                  </a:lnTo>
                  <a:lnTo>
                    <a:pt x="253936" y="95631"/>
                  </a:lnTo>
                  <a:lnTo>
                    <a:pt x="249936" y="99250"/>
                  </a:lnTo>
                  <a:lnTo>
                    <a:pt x="245364" y="101815"/>
                  </a:lnTo>
                  <a:lnTo>
                    <a:pt x="240118" y="103149"/>
                  </a:lnTo>
                  <a:lnTo>
                    <a:pt x="234975" y="104584"/>
                  </a:lnTo>
                  <a:lnTo>
                    <a:pt x="228930" y="105156"/>
                  </a:lnTo>
                  <a:lnTo>
                    <a:pt x="203161" y="105156"/>
                  </a:lnTo>
                  <a:lnTo>
                    <a:pt x="203288" y="104584"/>
                  </a:lnTo>
                  <a:lnTo>
                    <a:pt x="215925" y="47625"/>
                  </a:lnTo>
                  <a:lnTo>
                    <a:pt x="224358" y="47332"/>
                  </a:lnTo>
                  <a:lnTo>
                    <a:pt x="240030" y="47332"/>
                  </a:lnTo>
                  <a:lnTo>
                    <a:pt x="264756" y="63144"/>
                  </a:lnTo>
                  <a:lnTo>
                    <a:pt x="265176" y="65620"/>
                  </a:lnTo>
                  <a:lnTo>
                    <a:pt x="265176" y="39890"/>
                  </a:lnTo>
                  <a:lnTo>
                    <a:pt x="260807" y="38671"/>
                  </a:lnTo>
                  <a:lnTo>
                    <a:pt x="254469" y="37553"/>
                  </a:lnTo>
                  <a:lnTo>
                    <a:pt x="247281" y="36855"/>
                  </a:lnTo>
                  <a:lnTo>
                    <a:pt x="239268" y="36576"/>
                  </a:lnTo>
                  <a:lnTo>
                    <a:pt x="183642" y="36576"/>
                  </a:lnTo>
                  <a:lnTo>
                    <a:pt x="183578" y="36855"/>
                  </a:lnTo>
                  <a:lnTo>
                    <a:pt x="182397" y="42672"/>
                  </a:lnTo>
                  <a:lnTo>
                    <a:pt x="186309" y="43053"/>
                  </a:lnTo>
                  <a:lnTo>
                    <a:pt x="189166" y="43903"/>
                  </a:lnTo>
                  <a:lnTo>
                    <a:pt x="190881" y="45237"/>
                  </a:lnTo>
                  <a:lnTo>
                    <a:pt x="192595" y="46761"/>
                  </a:lnTo>
                  <a:lnTo>
                    <a:pt x="193446" y="49237"/>
                  </a:lnTo>
                  <a:lnTo>
                    <a:pt x="193446" y="57238"/>
                  </a:lnTo>
                  <a:lnTo>
                    <a:pt x="192684" y="63144"/>
                  </a:lnTo>
                  <a:lnTo>
                    <a:pt x="190969" y="70573"/>
                  </a:lnTo>
                  <a:lnTo>
                    <a:pt x="171831" y="157060"/>
                  </a:lnTo>
                  <a:lnTo>
                    <a:pt x="170205" y="164592"/>
                  </a:lnTo>
                  <a:lnTo>
                    <a:pt x="168973" y="169633"/>
                  </a:lnTo>
                  <a:lnTo>
                    <a:pt x="168109" y="172110"/>
                  </a:lnTo>
                  <a:lnTo>
                    <a:pt x="167347" y="174777"/>
                  </a:lnTo>
                  <a:lnTo>
                    <a:pt x="166395" y="176974"/>
                  </a:lnTo>
                  <a:lnTo>
                    <a:pt x="165442" y="178689"/>
                  </a:lnTo>
                  <a:lnTo>
                    <a:pt x="164515" y="180530"/>
                  </a:lnTo>
                  <a:lnTo>
                    <a:pt x="163347" y="182016"/>
                  </a:lnTo>
                  <a:lnTo>
                    <a:pt x="161925" y="182968"/>
                  </a:lnTo>
                  <a:lnTo>
                    <a:pt x="160489" y="184023"/>
                  </a:lnTo>
                  <a:lnTo>
                    <a:pt x="158305" y="184683"/>
                  </a:lnTo>
                  <a:lnTo>
                    <a:pt x="155448" y="185064"/>
                  </a:lnTo>
                  <a:lnTo>
                    <a:pt x="154203" y="190500"/>
                  </a:lnTo>
                  <a:lnTo>
                    <a:pt x="204216" y="190500"/>
                  </a:lnTo>
                  <a:lnTo>
                    <a:pt x="216623" y="190093"/>
                  </a:lnTo>
                  <a:lnTo>
                    <a:pt x="256311" y="176517"/>
                  </a:lnTo>
                  <a:lnTo>
                    <a:pt x="271741" y="141160"/>
                  </a:lnTo>
                  <a:lnTo>
                    <a:pt x="271741" y="134683"/>
                  </a:lnTo>
                  <a:lnTo>
                    <a:pt x="269938" y="128866"/>
                  </a:lnTo>
                  <a:lnTo>
                    <a:pt x="266128" y="123723"/>
                  </a:lnTo>
                  <a:lnTo>
                    <a:pt x="262407" y="118579"/>
                  </a:lnTo>
                  <a:lnTo>
                    <a:pt x="258724" y="115824"/>
                  </a:lnTo>
                  <a:lnTo>
                    <a:pt x="257073" y="114579"/>
                  </a:lnTo>
                  <a:lnTo>
                    <a:pt x="250405" y="111887"/>
                  </a:lnTo>
                  <a:lnTo>
                    <a:pt x="250405" y="130962"/>
                  </a:lnTo>
                  <a:lnTo>
                    <a:pt x="250304" y="148437"/>
                  </a:lnTo>
                  <a:lnTo>
                    <a:pt x="248412" y="156019"/>
                  </a:lnTo>
                  <a:lnTo>
                    <a:pt x="244221" y="162496"/>
                  </a:lnTo>
                  <a:lnTo>
                    <a:pt x="240118" y="169062"/>
                  </a:lnTo>
                  <a:lnTo>
                    <a:pt x="203733" y="179832"/>
                  </a:lnTo>
                  <a:lnTo>
                    <a:pt x="191452" y="179832"/>
                  </a:lnTo>
                  <a:lnTo>
                    <a:pt x="186880" y="179451"/>
                  </a:lnTo>
                  <a:lnTo>
                    <a:pt x="186982" y="178968"/>
                  </a:lnTo>
                  <a:lnTo>
                    <a:pt x="187045" y="178689"/>
                  </a:lnTo>
                  <a:lnTo>
                    <a:pt x="200787" y="115824"/>
                  </a:lnTo>
                  <a:lnTo>
                    <a:pt x="230124" y="115824"/>
                  </a:lnTo>
                  <a:lnTo>
                    <a:pt x="238023" y="117817"/>
                  </a:lnTo>
                  <a:lnTo>
                    <a:pt x="242976" y="121539"/>
                  </a:lnTo>
                  <a:lnTo>
                    <a:pt x="247929" y="125349"/>
                  </a:lnTo>
                  <a:lnTo>
                    <a:pt x="250405" y="130962"/>
                  </a:lnTo>
                  <a:lnTo>
                    <a:pt x="250405" y="111887"/>
                  </a:lnTo>
                  <a:lnTo>
                    <a:pt x="250024" y="111721"/>
                  </a:lnTo>
                  <a:lnTo>
                    <a:pt x="250317" y="110490"/>
                  </a:lnTo>
                  <a:lnTo>
                    <a:pt x="258635" y="107302"/>
                  </a:lnTo>
                  <a:lnTo>
                    <a:pt x="262686" y="105156"/>
                  </a:lnTo>
                  <a:lnTo>
                    <a:pt x="285521" y="74485"/>
                  </a:lnTo>
                  <a:lnTo>
                    <a:pt x="286029" y="67818"/>
                  </a:lnTo>
                  <a:lnTo>
                    <a:pt x="286029" y="60960"/>
                  </a:lnTo>
                  <a:close/>
                </a:path>
                <a:path w="1054735" h="233679">
                  <a:moveTo>
                    <a:pt x="300228" y="0"/>
                  </a:moveTo>
                  <a:lnTo>
                    <a:pt x="3048" y="0"/>
                  </a:lnTo>
                  <a:lnTo>
                    <a:pt x="3048" y="10668"/>
                  </a:lnTo>
                  <a:lnTo>
                    <a:pt x="300228" y="10668"/>
                  </a:lnTo>
                  <a:lnTo>
                    <a:pt x="300228" y="0"/>
                  </a:lnTo>
                  <a:close/>
                </a:path>
                <a:path w="1054735" h="233679">
                  <a:moveTo>
                    <a:pt x="396240" y="28943"/>
                  </a:moveTo>
                  <a:lnTo>
                    <a:pt x="393179" y="19799"/>
                  </a:lnTo>
                  <a:lnTo>
                    <a:pt x="378040" y="25539"/>
                  </a:lnTo>
                  <a:lnTo>
                    <a:pt x="364604" y="33705"/>
                  </a:lnTo>
                  <a:lnTo>
                    <a:pt x="335775" y="72478"/>
                  </a:lnTo>
                  <a:lnTo>
                    <a:pt x="326123" y="126479"/>
                  </a:lnTo>
                  <a:lnTo>
                    <a:pt x="327253" y="146227"/>
                  </a:lnTo>
                  <a:lnTo>
                    <a:pt x="342900" y="196583"/>
                  </a:lnTo>
                  <a:lnTo>
                    <a:pt x="378040" y="227444"/>
                  </a:lnTo>
                  <a:lnTo>
                    <a:pt x="393179" y="233159"/>
                  </a:lnTo>
                  <a:lnTo>
                    <a:pt x="396240" y="224015"/>
                  </a:lnTo>
                  <a:lnTo>
                    <a:pt x="384276" y="219214"/>
                  </a:lnTo>
                  <a:lnTo>
                    <a:pt x="373748" y="211823"/>
                  </a:lnTo>
                  <a:lnTo>
                    <a:pt x="352374" y="177038"/>
                  </a:lnTo>
                  <a:lnTo>
                    <a:pt x="345948" y="124955"/>
                  </a:lnTo>
                  <a:lnTo>
                    <a:pt x="346557" y="107264"/>
                  </a:lnTo>
                  <a:lnTo>
                    <a:pt x="346621" y="106768"/>
                  </a:lnTo>
                  <a:lnTo>
                    <a:pt x="348615" y="90855"/>
                  </a:lnTo>
                  <a:lnTo>
                    <a:pt x="364947" y="51028"/>
                  </a:lnTo>
                  <a:lnTo>
                    <a:pt x="384276" y="34404"/>
                  </a:lnTo>
                  <a:lnTo>
                    <a:pt x="396240" y="28943"/>
                  </a:lnTo>
                  <a:close/>
                </a:path>
                <a:path w="1054735" h="233679">
                  <a:moveTo>
                    <a:pt x="1054608" y="126479"/>
                  </a:moveTo>
                  <a:lnTo>
                    <a:pt x="1054519" y="124955"/>
                  </a:lnTo>
                  <a:lnTo>
                    <a:pt x="1053465" y="106768"/>
                  </a:lnTo>
                  <a:lnTo>
                    <a:pt x="1050036" y="88760"/>
                  </a:lnTo>
                  <a:lnTo>
                    <a:pt x="1027176" y="44450"/>
                  </a:lnTo>
                  <a:lnTo>
                    <a:pt x="986028" y="19799"/>
                  </a:lnTo>
                  <a:lnTo>
                    <a:pt x="982967" y="28943"/>
                  </a:lnTo>
                  <a:lnTo>
                    <a:pt x="995591" y="34404"/>
                  </a:lnTo>
                  <a:lnTo>
                    <a:pt x="1006221" y="41706"/>
                  </a:lnTo>
                  <a:lnTo>
                    <a:pt x="1028357" y="75882"/>
                  </a:lnTo>
                  <a:lnTo>
                    <a:pt x="1034796" y="124955"/>
                  </a:lnTo>
                  <a:lnTo>
                    <a:pt x="1034719" y="126479"/>
                  </a:lnTo>
                  <a:lnTo>
                    <a:pt x="1033957" y="144411"/>
                  </a:lnTo>
                  <a:lnTo>
                    <a:pt x="1022604" y="190487"/>
                  </a:lnTo>
                  <a:lnTo>
                    <a:pt x="996238" y="219214"/>
                  </a:lnTo>
                  <a:lnTo>
                    <a:pt x="984491" y="224015"/>
                  </a:lnTo>
                  <a:lnTo>
                    <a:pt x="986028" y="233159"/>
                  </a:lnTo>
                  <a:lnTo>
                    <a:pt x="1027811" y="209156"/>
                  </a:lnTo>
                  <a:lnTo>
                    <a:pt x="1050226" y="164388"/>
                  </a:lnTo>
                  <a:lnTo>
                    <a:pt x="1053579" y="144411"/>
                  </a:lnTo>
                  <a:lnTo>
                    <a:pt x="1054608" y="1264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6359" y="3809999"/>
              <a:ext cx="134704" cy="155448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427975" y="3773436"/>
              <a:ext cx="283210" cy="198120"/>
            </a:xfrm>
            <a:custGeom>
              <a:avLst/>
              <a:gdLst/>
              <a:ahLst/>
              <a:cxnLst/>
              <a:rect l="l" t="t" r="r" b="b"/>
              <a:pathLst>
                <a:path w="283210" h="198120">
                  <a:moveTo>
                    <a:pt x="83832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83832" y="12192"/>
                  </a:lnTo>
                  <a:lnTo>
                    <a:pt x="83832" y="0"/>
                  </a:lnTo>
                  <a:close/>
                </a:path>
                <a:path w="283210" h="198120">
                  <a:moveTo>
                    <a:pt x="283184" y="118859"/>
                  </a:moveTo>
                  <a:lnTo>
                    <a:pt x="221945" y="118859"/>
                  </a:lnTo>
                  <a:lnTo>
                    <a:pt x="221945" y="55359"/>
                  </a:lnTo>
                  <a:lnTo>
                    <a:pt x="205943" y="55359"/>
                  </a:lnTo>
                  <a:lnTo>
                    <a:pt x="205943" y="118859"/>
                  </a:lnTo>
                  <a:lnTo>
                    <a:pt x="144691" y="118859"/>
                  </a:lnTo>
                  <a:lnTo>
                    <a:pt x="144691" y="134099"/>
                  </a:lnTo>
                  <a:lnTo>
                    <a:pt x="205943" y="134099"/>
                  </a:lnTo>
                  <a:lnTo>
                    <a:pt x="205943" y="197599"/>
                  </a:lnTo>
                  <a:lnTo>
                    <a:pt x="221945" y="197599"/>
                  </a:lnTo>
                  <a:lnTo>
                    <a:pt x="221945" y="134099"/>
                  </a:lnTo>
                  <a:lnTo>
                    <a:pt x="283184" y="134099"/>
                  </a:lnTo>
                  <a:lnTo>
                    <a:pt x="283184" y="118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4889" y="3811523"/>
              <a:ext cx="131826" cy="153924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2054351" y="3794759"/>
              <a:ext cx="739140" cy="213360"/>
            </a:xfrm>
            <a:custGeom>
              <a:avLst/>
              <a:gdLst/>
              <a:ahLst/>
              <a:cxnLst/>
              <a:rect l="l" t="t" r="r" b="b"/>
              <a:pathLst>
                <a:path w="739139" h="213360">
                  <a:moveTo>
                    <a:pt x="670560" y="213360"/>
                  </a:moveTo>
                  <a:lnTo>
                    <a:pt x="669036" y="204216"/>
                  </a:lnTo>
                  <a:lnTo>
                    <a:pt x="680775" y="199405"/>
                  </a:lnTo>
                  <a:lnTo>
                    <a:pt x="690943" y="192024"/>
                  </a:lnTo>
                  <a:lnTo>
                    <a:pt x="712255" y="157233"/>
                  </a:lnTo>
                  <a:lnTo>
                    <a:pt x="719262" y="106680"/>
                  </a:lnTo>
                  <a:lnTo>
                    <a:pt x="719328" y="105156"/>
                  </a:lnTo>
                  <a:lnTo>
                    <a:pt x="718708" y="87463"/>
                  </a:lnTo>
                  <a:lnTo>
                    <a:pt x="707136" y="42672"/>
                  </a:lnTo>
                  <a:lnTo>
                    <a:pt x="680132" y="14597"/>
                  </a:lnTo>
                  <a:lnTo>
                    <a:pt x="667512" y="9144"/>
                  </a:lnTo>
                  <a:lnTo>
                    <a:pt x="670560" y="0"/>
                  </a:lnTo>
                  <a:lnTo>
                    <a:pt x="711708" y="24645"/>
                  </a:lnTo>
                  <a:lnTo>
                    <a:pt x="734568" y="68961"/>
                  </a:lnTo>
                  <a:lnTo>
                    <a:pt x="739140" y="106680"/>
                  </a:lnTo>
                  <a:lnTo>
                    <a:pt x="738123" y="124610"/>
                  </a:lnTo>
                  <a:lnTo>
                    <a:pt x="722376" y="176783"/>
                  </a:lnTo>
                  <a:lnTo>
                    <a:pt x="686585" y="207645"/>
                  </a:lnTo>
                  <a:lnTo>
                    <a:pt x="670560" y="213360"/>
                  </a:lnTo>
                  <a:close/>
                </a:path>
                <a:path w="739139" h="213360">
                  <a:moveTo>
                    <a:pt x="67056" y="213360"/>
                  </a:moveTo>
                  <a:lnTo>
                    <a:pt x="26765" y="189357"/>
                  </a:lnTo>
                  <a:lnTo>
                    <a:pt x="4381" y="144589"/>
                  </a:lnTo>
                  <a:lnTo>
                    <a:pt x="0" y="106680"/>
                  </a:lnTo>
                  <a:lnTo>
                    <a:pt x="1090" y="87463"/>
                  </a:lnTo>
                  <a:lnTo>
                    <a:pt x="16764" y="38100"/>
                  </a:lnTo>
                  <a:lnTo>
                    <a:pt x="51911" y="5738"/>
                  </a:lnTo>
                  <a:lnTo>
                    <a:pt x="67056" y="0"/>
                  </a:lnTo>
                  <a:lnTo>
                    <a:pt x="70104" y="9144"/>
                  </a:lnTo>
                  <a:lnTo>
                    <a:pt x="58150" y="14597"/>
                  </a:lnTo>
                  <a:lnTo>
                    <a:pt x="47625" y="21907"/>
                  </a:lnTo>
                  <a:lnTo>
                    <a:pt x="26241" y="56078"/>
                  </a:lnTo>
                  <a:lnTo>
                    <a:pt x="19812" y="105156"/>
                  </a:lnTo>
                  <a:lnTo>
                    <a:pt x="20431" y="124610"/>
                  </a:lnTo>
                  <a:lnTo>
                    <a:pt x="32004" y="170688"/>
                  </a:lnTo>
                  <a:lnTo>
                    <a:pt x="58150" y="199405"/>
                  </a:lnTo>
                  <a:lnTo>
                    <a:pt x="70104" y="204216"/>
                  </a:lnTo>
                  <a:lnTo>
                    <a:pt x="67056" y="213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35409" y="3811523"/>
              <a:ext cx="131826" cy="153924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167128" y="3774960"/>
              <a:ext cx="326390" cy="196215"/>
            </a:xfrm>
            <a:custGeom>
              <a:avLst/>
              <a:gdLst/>
              <a:ahLst/>
              <a:cxnLst/>
              <a:rect l="l" t="t" r="r" b="b"/>
              <a:pathLst>
                <a:path w="326389" h="196214">
                  <a:moveTo>
                    <a:pt x="9895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98958" y="12192"/>
                  </a:lnTo>
                  <a:lnTo>
                    <a:pt x="98958" y="0"/>
                  </a:lnTo>
                  <a:close/>
                </a:path>
                <a:path w="326389" h="196214">
                  <a:moveTo>
                    <a:pt x="325843" y="117335"/>
                  </a:moveTo>
                  <a:lnTo>
                    <a:pt x="264604" y="117335"/>
                  </a:lnTo>
                  <a:lnTo>
                    <a:pt x="264604" y="53835"/>
                  </a:lnTo>
                  <a:lnTo>
                    <a:pt x="248602" y="53835"/>
                  </a:lnTo>
                  <a:lnTo>
                    <a:pt x="248602" y="117335"/>
                  </a:lnTo>
                  <a:lnTo>
                    <a:pt x="187350" y="117335"/>
                  </a:lnTo>
                  <a:lnTo>
                    <a:pt x="187350" y="132575"/>
                  </a:lnTo>
                  <a:lnTo>
                    <a:pt x="248602" y="132575"/>
                  </a:lnTo>
                  <a:lnTo>
                    <a:pt x="248602" y="196075"/>
                  </a:lnTo>
                  <a:lnTo>
                    <a:pt x="264604" y="196075"/>
                  </a:lnTo>
                  <a:lnTo>
                    <a:pt x="264604" y="132575"/>
                  </a:lnTo>
                  <a:lnTo>
                    <a:pt x="325843" y="132575"/>
                  </a:lnTo>
                  <a:lnTo>
                    <a:pt x="325843" y="1173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66701" y="3811523"/>
              <a:ext cx="131826" cy="1539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2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590"/>
              <a:t>SIMPLIFICATION</a:t>
            </a:r>
            <a:r>
              <a:rPr dirty="0" spc="-340"/>
              <a:t> </a:t>
            </a:r>
            <a:r>
              <a:rPr dirty="0" spc="-810"/>
              <a:t>OF</a:t>
            </a:r>
            <a:r>
              <a:rPr dirty="0" spc="-320"/>
              <a:t> </a:t>
            </a:r>
            <a:r>
              <a:rPr dirty="0" spc="-765"/>
              <a:t>BOOLEAN</a:t>
            </a:r>
            <a:r>
              <a:rPr dirty="0" spc="-335"/>
              <a:t> </a:t>
            </a:r>
            <a:r>
              <a:rPr dirty="0" spc="-690"/>
              <a:t>EXPRESSION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57072" y="2980943"/>
            <a:ext cx="287655" cy="192405"/>
            <a:chOff x="957072" y="2980943"/>
            <a:chExt cx="287655" cy="1924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7072" y="3017519"/>
              <a:ext cx="134704" cy="1554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28699" y="2980943"/>
              <a:ext cx="83820" cy="12700"/>
            </a:xfrm>
            <a:custGeom>
              <a:avLst/>
              <a:gdLst/>
              <a:ahLst/>
              <a:cxnLst/>
              <a:rect l="l" t="t" r="r" b="b"/>
              <a:pathLst>
                <a:path w="83819" h="12700">
                  <a:moveTo>
                    <a:pt x="83820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83820" y="0"/>
                  </a:lnTo>
                  <a:lnTo>
                    <a:pt x="83820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805" y="3019043"/>
              <a:ext cx="131826" cy="153924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331874" y="3036328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5" h="142239">
                <a:moveTo>
                  <a:pt x="138493" y="63500"/>
                </a:moveTo>
                <a:lnTo>
                  <a:pt x="77254" y="63500"/>
                </a:lnTo>
                <a:lnTo>
                  <a:pt x="77254" y="0"/>
                </a:lnTo>
                <a:lnTo>
                  <a:pt x="61252" y="0"/>
                </a:lnTo>
                <a:lnTo>
                  <a:pt x="61252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52" y="78740"/>
                </a:lnTo>
                <a:lnTo>
                  <a:pt x="61252" y="142240"/>
                </a:lnTo>
                <a:lnTo>
                  <a:pt x="77254" y="142240"/>
                </a:lnTo>
                <a:lnTo>
                  <a:pt x="77254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544097" y="2980943"/>
            <a:ext cx="301625" cy="193675"/>
            <a:chOff x="1544097" y="2980943"/>
            <a:chExt cx="301625" cy="193675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4097" y="3019043"/>
              <a:ext cx="131826" cy="15392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577340" y="2982467"/>
              <a:ext cx="99060" cy="12700"/>
            </a:xfrm>
            <a:custGeom>
              <a:avLst/>
              <a:gdLst/>
              <a:ahLst/>
              <a:cxnLst/>
              <a:rect l="l" t="t" r="r" b="b"/>
              <a:pathLst>
                <a:path w="99060" h="12700">
                  <a:moveTo>
                    <a:pt x="98964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98964" y="0"/>
                  </a:lnTo>
                  <a:lnTo>
                    <a:pt x="98964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1356" y="3017519"/>
              <a:ext cx="118776" cy="15697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761744" y="2980943"/>
              <a:ext cx="83820" cy="12700"/>
            </a:xfrm>
            <a:custGeom>
              <a:avLst/>
              <a:gdLst/>
              <a:ahLst/>
              <a:cxnLst/>
              <a:rect l="l" t="t" r="r" b="b"/>
              <a:pathLst>
                <a:path w="83819" h="12700">
                  <a:moveTo>
                    <a:pt x="83819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83819" y="0"/>
                  </a:lnTo>
                  <a:lnTo>
                    <a:pt x="83819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/>
          <p:nvPr/>
        </p:nvSpPr>
        <p:spPr>
          <a:xfrm>
            <a:off x="1910994" y="3036328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54" y="63500"/>
                </a:lnTo>
                <a:lnTo>
                  <a:pt x="77254" y="0"/>
                </a:lnTo>
                <a:lnTo>
                  <a:pt x="61252" y="0"/>
                </a:lnTo>
                <a:lnTo>
                  <a:pt x="61252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52" y="78740"/>
                </a:lnTo>
                <a:lnTo>
                  <a:pt x="61252" y="142240"/>
                </a:lnTo>
                <a:lnTo>
                  <a:pt x="77254" y="142240"/>
                </a:lnTo>
                <a:lnTo>
                  <a:pt x="77254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115311" y="3017519"/>
            <a:ext cx="286385" cy="155575"/>
          </a:xfrm>
          <a:custGeom>
            <a:avLst/>
            <a:gdLst/>
            <a:ahLst/>
            <a:cxnLst/>
            <a:rect l="l" t="t" r="r" b="b"/>
            <a:pathLst>
              <a:path w="286385" h="155575">
                <a:moveTo>
                  <a:pt x="45989" y="149828"/>
                </a:moveTo>
                <a:lnTo>
                  <a:pt x="3619" y="149828"/>
                </a:lnTo>
                <a:lnTo>
                  <a:pt x="5810" y="148875"/>
                </a:lnTo>
                <a:lnTo>
                  <a:pt x="7905" y="147256"/>
                </a:lnTo>
                <a:lnTo>
                  <a:pt x="10001" y="145732"/>
                </a:lnTo>
                <a:lnTo>
                  <a:pt x="12192" y="143446"/>
                </a:lnTo>
                <a:lnTo>
                  <a:pt x="14478" y="140303"/>
                </a:lnTo>
                <a:lnTo>
                  <a:pt x="16764" y="137255"/>
                </a:lnTo>
                <a:lnTo>
                  <a:pt x="20002" y="132016"/>
                </a:lnTo>
                <a:lnTo>
                  <a:pt x="96202" y="0"/>
                </a:lnTo>
                <a:lnTo>
                  <a:pt x="113157" y="0"/>
                </a:lnTo>
                <a:lnTo>
                  <a:pt x="114685" y="23717"/>
                </a:lnTo>
                <a:lnTo>
                  <a:pt x="95535" y="23717"/>
                </a:lnTo>
                <a:lnTo>
                  <a:pt x="55530" y="94488"/>
                </a:lnTo>
                <a:lnTo>
                  <a:pt x="119246" y="94488"/>
                </a:lnTo>
                <a:lnTo>
                  <a:pt x="119933" y="105156"/>
                </a:lnTo>
                <a:lnTo>
                  <a:pt x="50482" y="105156"/>
                </a:lnTo>
                <a:lnTo>
                  <a:pt x="44291" y="116014"/>
                </a:lnTo>
                <a:lnTo>
                  <a:pt x="35909" y="136207"/>
                </a:lnTo>
                <a:lnTo>
                  <a:pt x="35909" y="145161"/>
                </a:lnTo>
                <a:lnTo>
                  <a:pt x="39719" y="148875"/>
                </a:lnTo>
                <a:lnTo>
                  <a:pt x="45989" y="149828"/>
                </a:lnTo>
                <a:close/>
              </a:path>
              <a:path w="286385" h="155575">
                <a:moveTo>
                  <a:pt x="119246" y="94488"/>
                </a:moveTo>
                <a:lnTo>
                  <a:pt x="99441" y="94488"/>
                </a:lnTo>
                <a:lnTo>
                  <a:pt x="97536" y="58388"/>
                </a:lnTo>
                <a:lnTo>
                  <a:pt x="97345" y="53530"/>
                </a:lnTo>
                <a:lnTo>
                  <a:pt x="97250" y="47339"/>
                </a:lnTo>
                <a:lnTo>
                  <a:pt x="96869" y="32480"/>
                </a:lnTo>
                <a:lnTo>
                  <a:pt x="96774" y="23717"/>
                </a:lnTo>
                <a:lnTo>
                  <a:pt x="114685" y="23717"/>
                </a:lnTo>
                <a:lnTo>
                  <a:pt x="119246" y="94488"/>
                </a:lnTo>
                <a:close/>
              </a:path>
              <a:path w="286385" h="155575">
                <a:moveTo>
                  <a:pt x="133445" y="155448"/>
                </a:moveTo>
                <a:lnTo>
                  <a:pt x="86677" y="155448"/>
                </a:lnTo>
                <a:lnTo>
                  <a:pt x="87819" y="149828"/>
                </a:lnTo>
                <a:lnTo>
                  <a:pt x="87915" y="149352"/>
                </a:lnTo>
                <a:lnTo>
                  <a:pt x="92297" y="149161"/>
                </a:lnTo>
                <a:lnTo>
                  <a:pt x="95631" y="147447"/>
                </a:lnTo>
                <a:lnTo>
                  <a:pt x="97821" y="144399"/>
                </a:lnTo>
                <a:lnTo>
                  <a:pt x="100012" y="141446"/>
                </a:lnTo>
                <a:lnTo>
                  <a:pt x="100850" y="137255"/>
                </a:lnTo>
                <a:lnTo>
                  <a:pt x="100965" y="122777"/>
                </a:lnTo>
                <a:lnTo>
                  <a:pt x="100679" y="119348"/>
                </a:lnTo>
                <a:lnTo>
                  <a:pt x="99917" y="105156"/>
                </a:lnTo>
                <a:lnTo>
                  <a:pt x="119933" y="105156"/>
                </a:lnTo>
                <a:lnTo>
                  <a:pt x="121634" y="131540"/>
                </a:lnTo>
                <a:lnTo>
                  <a:pt x="122396" y="136207"/>
                </a:lnTo>
                <a:lnTo>
                  <a:pt x="123348" y="139541"/>
                </a:lnTo>
                <a:lnTo>
                  <a:pt x="124301" y="142970"/>
                </a:lnTo>
                <a:lnTo>
                  <a:pt x="125634" y="145446"/>
                </a:lnTo>
                <a:lnTo>
                  <a:pt x="127349" y="146970"/>
                </a:lnTo>
                <a:lnTo>
                  <a:pt x="129063" y="148590"/>
                </a:lnTo>
                <a:lnTo>
                  <a:pt x="131445" y="149542"/>
                </a:lnTo>
                <a:lnTo>
                  <a:pt x="133873" y="149828"/>
                </a:lnTo>
                <a:lnTo>
                  <a:pt x="134704" y="149828"/>
                </a:lnTo>
                <a:lnTo>
                  <a:pt x="133445" y="155448"/>
                </a:lnTo>
                <a:close/>
              </a:path>
              <a:path w="286385" h="155575">
                <a:moveTo>
                  <a:pt x="46005" y="155448"/>
                </a:moveTo>
                <a:lnTo>
                  <a:pt x="0" y="155448"/>
                </a:lnTo>
                <a:lnTo>
                  <a:pt x="1281" y="149828"/>
                </a:lnTo>
                <a:lnTo>
                  <a:pt x="47287" y="149828"/>
                </a:lnTo>
                <a:lnTo>
                  <a:pt x="46005" y="155448"/>
                </a:lnTo>
                <a:close/>
              </a:path>
              <a:path w="286385" h="155575">
                <a:moveTo>
                  <a:pt x="204216" y="155448"/>
                </a:moveTo>
                <a:lnTo>
                  <a:pt x="154209" y="155448"/>
                </a:lnTo>
                <a:lnTo>
                  <a:pt x="155448" y="150018"/>
                </a:lnTo>
                <a:lnTo>
                  <a:pt x="158305" y="149637"/>
                </a:lnTo>
                <a:lnTo>
                  <a:pt x="160496" y="148971"/>
                </a:lnTo>
                <a:lnTo>
                  <a:pt x="161925" y="147923"/>
                </a:lnTo>
                <a:lnTo>
                  <a:pt x="163353" y="146970"/>
                </a:lnTo>
                <a:lnTo>
                  <a:pt x="164523" y="145488"/>
                </a:lnTo>
                <a:lnTo>
                  <a:pt x="165449" y="143637"/>
                </a:lnTo>
                <a:lnTo>
                  <a:pt x="166401" y="141922"/>
                </a:lnTo>
                <a:lnTo>
                  <a:pt x="167354" y="139731"/>
                </a:lnTo>
                <a:lnTo>
                  <a:pt x="168116" y="137064"/>
                </a:lnTo>
                <a:lnTo>
                  <a:pt x="168973" y="134588"/>
                </a:lnTo>
                <a:lnTo>
                  <a:pt x="170211" y="129540"/>
                </a:lnTo>
                <a:lnTo>
                  <a:pt x="171831" y="122015"/>
                </a:lnTo>
                <a:lnTo>
                  <a:pt x="190976" y="35528"/>
                </a:lnTo>
                <a:lnTo>
                  <a:pt x="192690" y="28098"/>
                </a:lnTo>
                <a:lnTo>
                  <a:pt x="193452" y="22193"/>
                </a:lnTo>
                <a:lnTo>
                  <a:pt x="193452" y="14192"/>
                </a:lnTo>
                <a:lnTo>
                  <a:pt x="192595" y="11715"/>
                </a:lnTo>
                <a:lnTo>
                  <a:pt x="190881" y="10191"/>
                </a:lnTo>
                <a:lnTo>
                  <a:pt x="189166" y="8858"/>
                </a:lnTo>
                <a:lnTo>
                  <a:pt x="186309" y="8001"/>
                </a:lnTo>
                <a:lnTo>
                  <a:pt x="182403" y="7620"/>
                </a:lnTo>
                <a:lnTo>
                  <a:pt x="183584" y="1808"/>
                </a:lnTo>
                <a:lnTo>
                  <a:pt x="183642" y="1524"/>
                </a:lnTo>
                <a:lnTo>
                  <a:pt x="239268" y="1524"/>
                </a:lnTo>
                <a:lnTo>
                  <a:pt x="278034" y="11049"/>
                </a:lnTo>
                <a:lnTo>
                  <a:pt x="278911" y="12287"/>
                </a:lnTo>
                <a:lnTo>
                  <a:pt x="224361" y="12287"/>
                </a:lnTo>
                <a:lnTo>
                  <a:pt x="215931" y="12573"/>
                </a:lnTo>
                <a:lnTo>
                  <a:pt x="203295" y="69532"/>
                </a:lnTo>
                <a:lnTo>
                  <a:pt x="203168" y="70104"/>
                </a:lnTo>
                <a:lnTo>
                  <a:pt x="262692" y="70104"/>
                </a:lnTo>
                <a:lnTo>
                  <a:pt x="258637" y="72256"/>
                </a:lnTo>
                <a:lnTo>
                  <a:pt x="250317" y="75438"/>
                </a:lnTo>
                <a:lnTo>
                  <a:pt x="250031" y="76676"/>
                </a:lnTo>
                <a:lnTo>
                  <a:pt x="257079" y="79533"/>
                </a:lnTo>
                <a:lnTo>
                  <a:pt x="258730" y="80772"/>
                </a:lnTo>
                <a:lnTo>
                  <a:pt x="200787" y="80772"/>
                </a:lnTo>
                <a:lnTo>
                  <a:pt x="187047" y="143637"/>
                </a:lnTo>
                <a:lnTo>
                  <a:pt x="186984" y="143922"/>
                </a:lnTo>
                <a:lnTo>
                  <a:pt x="186880" y="144399"/>
                </a:lnTo>
                <a:lnTo>
                  <a:pt x="191452" y="144780"/>
                </a:lnTo>
                <a:lnTo>
                  <a:pt x="251727" y="144780"/>
                </a:lnTo>
                <a:lnTo>
                  <a:pt x="250745" y="145488"/>
                </a:lnTo>
                <a:lnTo>
                  <a:pt x="244316" y="148971"/>
                </a:lnTo>
                <a:lnTo>
                  <a:pt x="236670" y="151831"/>
                </a:lnTo>
                <a:lnTo>
                  <a:pt x="227445" y="153852"/>
                </a:lnTo>
                <a:lnTo>
                  <a:pt x="216629" y="155052"/>
                </a:lnTo>
                <a:lnTo>
                  <a:pt x="204216" y="155448"/>
                </a:lnTo>
                <a:close/>
              </a:path>
              <a:path w="286385" h="155575">
                <a:moveTo>
                  <a:pt x="262692" y="70104"/>
                </a:moveTo>
                <a:lnTo>
                  <a:pt x="228940" y="70104"/>
                </a:lnTo>
                <a:lnTo>
                  <a:pt x="234981" y="69532"/>
                </a:lnTo>
                <a:lnTo>
                  <a:pt x="240125" y="68103"/>
                </a:lnTo>
                <a:lnTo>
                  <a:pt x="245364" y="66770"/>
                </a:lnTo>
                <a:lnTo>
                  <a:pt x="249935" y="64198"/>
                </a:lnTo>
                <a:lnTo>
                  <a:pt x="253936" y="60579"/>
                </a:lnTo>
                <a:lnTo>
                  <a:pt x="257937" y="57054"/>
                </a:lnTo>
                <a:lnTo>
                  <a:pt x="260794" y="53149"/>
                </a:lnTo>
                <a:lnTo>
                  <a:pt x="262508" y="48768"/>
                </a:lnTo>
                <a:lnTo>
                  <a:pt x="264318" y="44481"/>
                </a:lnTo>
                <a:lnTo>
                  <a:pt x="265077" y="40015"/>
                </a:lnTo>
                <a:lnTo>
                  <a:pt x="265176" y="30575"/>
                </a:lnTo>
                <a:lnTo>
                  <a:pt x="264763" y="28098"/>
                </a:lnTo>
                <a:lnTo>
                  <a:pt x="240030" y="12287"/>
                </a:lnTo>
                <a:lnTo>
                  <a:pt x="278911" y="12287"/>
                </a:lnTo>
                <a:lnTo>
                  <a:pt x="284511" y="20193"/>
                </a:lnTo>
                <a:lnTo>
                  <a:pt x="286035" y="25908"/>
                </a:lnTo>
                <a:lnTo>
                  <a:pt x="286035" y="32766"/>
                </a:lnTo>
                <a:lnTo>
                  <a:pt x="265878" y="68413"/>
                </a:lnTo>
                <a:lnTo>
                  <a:pt x="262692" y="70104"/>
                </a:lnTo>
                <a:close/>
              </a:path>
              <a:path w="286385" h="155575">
                <a:moveTo>
                  <a:pt x="251727" y="144780"/>
                </a:moveTo>
                <a:lnTo>
                  <a:pt x="203739" y="144780"/>
                </a:lnTo>
                <a:lnTo>
                  <a:pt x="211776" y="144601"/>
                </a:lnTo>
                <a:lnTo>
                  <a:pt x="218741" y="143922"/>
                </a:lnTo>
                <a:lnTo>
                  <a:pt x="244221" y="127444"/>
                </a:lnTo>
                <a:lnTo>
                  <a:pt x="248412" y="120967"/>
                </a:lnTo>
                <a:lnTo>
                  <a:pt x="250305" y="113395"/>
                </a:lnTo>
                <a:lnTo>
                  <a:pt x="250412" y="95916"/>
                </a:lnTo>
                <a:lnTo>
                  <a:pt x="247935" y="90297"/>
                </a:lnTo>
                <a:lnTo>
                  <a:pt x="242982" y="86487"/>
                </a:lnTo>
                <a:lnTo>
                  <a:pt x="238029" y="82772"/>
                </a:lnTo>
                <a:lnTo>
                  <a:pt x="230128" y="80772"/>
                </a:lnTo>
                <a:lnTo>
                  <a:pt x="258730" y="80772"/>
                </a:lnTo>
                <a:lnTo>
                  <a:pt x="262413" y="83534"/>
                </a:lnTo>
                <a:lnTo>
                  <a:pt x="266128" y="88677"/>
                </a:lnTo>
                <a:lnTo>
                  <a:pt x="269938" y="93821"/>
                </a:lnTo>
                <a:lnTo>
                  <a:pt x="271748" y="99631"/>
                </a:lnTo>
                <a:lnTo>
                  <a:pt x="271748" y="106108"/>
                </a:lnTo>
                <a:lnTo>
                  <a:pt x="256317" y="141470"/>
                </a:lnTo>
                <a:lnTo>
                  <a:pt x="251727" y="144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488590" y="3036328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54" y="63500"/>
                </a:lnTo>
                <a:lnTo>
                  <a:pt x="77254" y="0"/>
                </a:lnTo>
                <a:lnTo>
                  <a:pt x="61252" y="0"/>
                </a:lnTo>
                <a:lnTo>
                  <a:pt x="61252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52" y="78740"/>
                </a:lnTo>
                <a:lnTo>
                  <a:pt x="61252" y="142240"/>
                </a:lnTo>
                <a:lnTo>
                  <a:pt x="77254" y="142240"/>
                </a:lnTo>
                <a:lnTo>
                  <a:pt x="77254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2700813" y="2982467"/>
            <a:ext cx="286385" cy="192405"/>
            <a:chOff x="2700813" y="2982467"/>
            <a:chExt cx="286385" cy="192405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0813" y="3019044"/>
              <a:ext cx="131826" cy="153924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2734056" y="2982467"/>
              <a:ext cx="99060" cy="12700"/>
            </a:xfrm>
            <a:custGeom>
              <a:avLst/>
              <a:gdLst/>
              <a:ahLst/>
              <a:cxnLst/>
              <a:rect l="l" t="t" r="r" b="b"/>
              <a:pathLst>
                <a:path w="99060" h="12700">
                  <a:moveTo>
                    <a:pt x="98964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98964" y="0"/>
                  </a:lnTo>
                  <a:lnTo>
                    <a:pt x="98964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68072" y="3017520"/>
              <a:ext cx="118776" cy="156972"/>
            </a:xfrm>
            <a:prstGeom prst="rect">
              <a:avLst/>
            </a:prstGeom>
          </p:spPr>
        </p:pic>
      </p:grpSp>
      <p:pic>
        <p:nvPicPr>
          <p:cNvPr id="20" name="object 2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78256" y="5035712"/>
            <a:ext cx="1696359" cy="8805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216" y="1822704"/>
            <a:ext cx="125349" cy="15392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170330" y="1839988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5" h="142239">
                <a:moveTo>
                  <a:pt x="138493" y="63500"/>
                </a:moveTo>
                <a:lnTo>
                  <a:pt x="77241" y="63500"/>
                </a:lnTo>
                <a:lnTo>
                  <a:pt x="77241" y="0"/>
                </a:lnTo>
                <a:lnTo>
                  <a:pt x="61239" y="0"/>
                </a:lnTo>
                <a:lnTo>
                  <a:pt x="61239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39" y="78740"/>
                </a:lnTo>
                <a:lnTo>
                  <a:pt x="61239" y="142240"/>
                </a:lnTo>
                <a:lnTo>
                  <a:pt x="77241" y="142240"/>
                </a:lnTo>
                <a:lnTo>
                  <a:pt x="77241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73784" y="1786140"/>
            <a:ext cx="290830" cy="190500"/>
          </a:xfrm>
          <a:custGeom>
            <a:avLst/>
            <a:gdLst/>
            <a:ahLst/>
            <a:cxnLst/>
            <a:rect l="l" t="t" r="r" b="b"/>
            <a:pathLst>
              <a:path w="290830" h="190500">
                <a:moveTo>
                  <a:pt x="147066" y="0"/>
                </a:moveTo>
                <a:lnTo>
                  <a:pt x="48094" y="0"/>
                </a:lnTo>
                <a:lnTo>
                  <a:pt x="48094" y="12192"/>
                </a:lnTo>
                <a:lnTo>
                  <a:pt x="147066" y="12192"/>
                </a:lnTo>
                <a:lnTo>
                  <a:pt x="147066" y="0"/>
                </a:lnTo>
                <a:close/>
              </a:path>
              <a:path w="290830" h="190500">
                <a:moveTo>
                  <a:pt x="149059" y="36576"/>
                </a:moveTo>
                <a:lnTo>
                  <a:pt x="107149" y="36576"/>
                </a:lnTo>
                <a:lnTo>
                  <a:pt x="105918" y="42672"/>
                </a:lnTo>
                <a:lnTo>
                  <a:pt x="108864" y="43053"/>
                </a:lnTo>
                <a:lnTo>
                  <a:pt x="110959" y="43903"/>
                </a:lnTo>
                <a:lnTo>
                  <a:pt x="113347" y="46761"/>
                </a:lnTo>
                <a:lnTo>
                  <a:pt x="113919" y="48475"/>
                </a:lnTo>
                <a:lnTo>
                  <a:pt x="113919" y="51904"/>
                </a:lnTo>
                <a:lnTo>
                  <a:pt x="80581" y="98679"/>
                </a:lnTo>
                <a:lnTo>
                  <a:pt x="68770" y="64287"/>
                </a:lnTo>
                <a:lnTo>
                  <a:pt x="67525" y="58293"/>
                </a:lnTo>
                <a:lnTo>
                  <a:pt x="67525" y="50292"/>
                </a:lnTo>
                <a:lnTo>
                  <a:pt x="68478" y="47815"/>
                </a:lnTo>
                <a:lnTo>
                  <a:pt x="72288" y="44475"/>
                </a:lnTo>
                <a:lnTo>
                  <a:pt x="74866" y="43332"/>
                </a:lnTo>
                <a:lnTo>
                  <a:pt x="78105" y="42672"/>
                </a:lnTo>
                <a:lnTo>
                  <a:pt x="79336" y="36576"/>
                </a:lnTo>
                <a:lnTo>
                  <a:pt x="33909" y="36576"/>
                </a:lnTo>
                <a:lnTo>
                  <a:pt x="32664" y="42100"/>
                </a:lnTo>
                <a:lnTo>
                  <a:pt x="35140" y="42672"/>
                </a:lnTo>
                <a:lnTo>
                  <a:pt x="37045" y="43522"/>
                </a:lnTo>
                <a:lnTo>
                  <a:pt x="66382" y="113347"/>
                </a:lnTo>
                <a:lnTo>
                  <a:pt x="23241" y="164973"/>
                </a:lnTo>
                <a:lnTo>
                  <a:pt x="1143" y="185064"/>
                </a:lnTo>
                <a:lnTo>
                  <a:pt x="0" y="190500"/>
                </a:lnTo>
                <a:lnTo>
                  <a:pt x="41808" y="190500"/>
                </a:lnTo>
                <a:lnTo>
                  <a:pt x="43053" y="184975"/>
                </a:lnTo>
                <a:lnTo>
                  <a:pt x="40576" y="184785"/>
                </a:lnTo>
                <a:lnTo>
                  <a:pt x="38569" y="184111"/>
                </a:lnTo>
                <a:lnTo>
                  <a:pt x="35814" y="181927"/>
                </a:lnTo>
                <a:lnTo>
                  <a:pt x="35052" y="179920"/>
                </a:lnTo>
                <a:lnTo>
                  <a:pt x="35052" y="174777"/>
                </a:lnTo>
                <a:lnTo>
                  <a:pt x="35902" y="172212"/>
                </a:lnTo>
                <a:lnTo>
                  <a:pt x="39331" y="166116"/>
                </a:lnTo>
                <a:lnTo>
                  <a:pt x="42100" y="162204"/>
                </a:lnTo>
                <a:lnTo>
                  <a:pt x="71526" y="125056"/>
                </a:lnTo>
                <a:lnTo>
                  <a:pt x="85051" y="165061"/>
                </a:lnTo>
                <a:lnTo>
                  <a:pt x="85915" y="169926"/>
                </a:lnTo>
                <a:lnTo>
                  <a:pt x="85915" y="177355"/>
                </a:lnTo>
                <a:lnTo>
                  <a:pt x="85051" y="179730"/>
                </a:lnTo>
                <a:lnTo>
                  <a:pt x="81432" y="183451"/>
                </a:lnTo>
                <a:lnTo>
                  <a:pt x="78765" y="184594"/>
                </a:lnTo>
                <a:lnTo>
                  <a:pt x="75247" y="185064"/>
                </a:lnTo>
                <a:lnTo>
                  <a:pt x="74104" y="190500"/>
                </a:lnTo>
                <a:lnTo>
                  <a:pt x="119532" y="190500"/>
                </a:lnTo>
                <a:lnTo>
                  <a:pt x="120675" y="185064"/>
                </a:lnTo>
                <a:lnTo>
                  <a:pt x="118198" y="184404"/>
                </a:lnTo>
                <a:lnTo>
                  <a:pt x="116484" y="183642"/>
                </a:lnTo>
                <a:lnTo>
                  <a:pt x="85725" y="110490"/>
                </a:lnTo>
                <a:lnTo>
                  <a:pt x="119253" y="70485"/>
                </a:lnTo>
                <a:lnTo>
                  <a:pt x="147828" y="42672"/>
                </a:lnTo>
                <a:lnTo>
                  <a:pt x="149059" y="36576"/>
                </a:lnTo>
                <a:close/>
              </a:path>
              <a:path w="290830" h="190500">
                <a:moveTo>
                  <a:pt x="290703" y="36563"/>
                </a:moveTo>
                <a:lnTo>
                  <a:pt x="193446" y="36563"/>
                </a:lnTo>
                <a:lnTo>
                  <a:pt x="185064" y="74663"/>
                </a:lnTo>
                <a:lnTo>
                  <a:pt x="195922" y="74663"/>
                </a:lnTo>
                <a:lnTo>
                  <a:pt x="198970" y="68567"/>
                </a:lnTo>
                <a:lnTo>
                  <a:pt x="201739" y="63715"/>
                </a:lnTo>
                <a:lnTo>
                  <a:pt x="262026" y="47231"/>
                </a:lnTo>
                <a:lnTo>
                  <a:pt x="160020" y="184962"/>
                </a:lnTo>
                <a:lnTo>
                  <a:pt x="158877" y="190487"/>
                </a:lnTo>
                <a:lnTo>
                  <a:pt x="258597" y="190487"/>
                </a:lnTo>
                <a:lnTo>
                  <a:pt x="267271" y="149339"/>
                </a:lnTo>
                <a:lnTo>
                  <a:pt x="256413" y="149339"/>
                </a:lnTo>
                <a:lnTo>
                  <a:pt x="253936" y="155155"/>
                </a:lnTo>
                <a:lnTo>
                  <a:pt x="251739" y="159626"/>
                </a:lnTo>
                <a:lnTo>
                  <a:pt x="226974" y="179920"/>
                </a:lnTo>
                <a:lnTo>
                  <a:pt x="187261" y="179819"/>
                </a:lnTo>
                <a:lnTo>
                  <a:pt x="289458" y="41998"/>
                </a:lnTo>
                <a:lnTo>
                  <a:pt x="290703" y="36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40306" y="1839988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54" y="63500"/>
                </a:lnTo>
                <a:lnTo>
                  <a:pt x="77254" y="0"/>
                </a:lnTo>
                <a:lnTo>
                  <a:pt x="61252" y="0"/>
                </a:lnTo>
                <a:lnTo>
                  <a:pt x="61252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52" y="78740"/>
                </a:lnTo>
                <a:lnTo>
                  <a:pt x="61252" y="142240"/>
                </a:lnTo>
                <a:lnTo>
                  <a:pt x="77254" y="142240"/>
                </a:lnTo>
                <a:lnTo>
                  <a:pt x="77254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945290" y="1786127"/>
            <a:ext cx="293370" cy="190500"/>
            <a:chOff x="1945290" y="1786127"/>
            <a:chExt cx="293370" cy="1905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5290" y="1822703"/>
              <a:ext cx="293274" cy="15392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132075" y="1786127"/>
              <a:ext cx="99060" cy="12700"/>
            </a:xfrm>
            <a:custGeom>
              <a:avLst/>
              <a:gdLst/>
              <a:ahLst/>
              <a:cxnLst/>
              <a:rect l="l" t="t" r="r" b="b"/>
              <a:pathLst>
                <a:path w="99060" h="12700">
                  <a:moveTo>
                    <a:pt x="98964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98964" y="0"/>
                  </a:lnTo>
                  <a:lnTo>
                    <a:pt x="98964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34929" y="4991100"/>
            <a:ext cx="1509907" cy="11311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6208" y="1690128"/>
            <a:ext cx="293370" cy="190500"/>
          </a:xfrm>
          <a:custGeom>
            <a:avLst/>
            <a:gdLst/>
            <a:ahLst/>
            <a:cxnLst/>
            <a:rect l="l" t="t" r="r" b="b"/>
            <a:pathLst>
              <a:path w="293369" h="190500">
                <a:moveTo>
                  <a:pt x="147066" y="0"/>
                </a:moveTo>
                <a:lnTo>
                  <a:pt x="48107" y="0"/>
                </a:lnTo>
                <a:lnTo>
                  <a:pt x="48107" y="12192"/>
                </a:lnTo>
                <a:lnTo>
                  <a:pt x="147066" y="12192"/>
                </a:lnTo>
                <a:lnTo>
                  <a:pt x="147066" y="0"/>
                </a:lnTo>
                <a:close/>
              </a:path>
              <a:path w="293369" h="190500">
                <a:moveTo>
                  <a:pt x="149072" y="36563"/>
                </a:moveTo>
                <a:lnTo>
                  <a:pt x="107162" y="36563"/>
                </a:lnTo>
                <a:lnTo>
                  <a:pt x="105918" y="42659"/>
                </a:lnTo>
                <a:lnTo>
                  <a:pt x="108877" y="43040"/>
                </a:lnTo>
                <a:lnTo>
                  <a:pt x="110972" y="43903"/>
                </a:lnTo>
                <a:lnTo>
                  <a:pt x="113347" y="46761"/>
                </a:lnTo>
                <a:lnTo>
                  <a:pt x="113919" y="48475"/>
                </a:lnTo>
                <a:lnTo>
                  <a:pt x="113919" y="51904"/>
                </a:lnTo>
                <a:lnTo>
                  <a:pt x="80581" y="98666"/>
                </a:lnTo>
                <a:lnTo>
                  <a:pt x="68770" y="64287"/>
                </a:lnTo>
                <a:lnTo>
                  <a:pt x="67538" y="58280"/>
                </a:lnTo>
                <a:lnTo>
                  <a:pt x="67538" y="50279"/>
                </a:lnTo>
                <a:lnTo>
                  <a:pt x="68491" y="47802"/>
                </a:lnTo>
                <a:lnTo>
                  <a:pt x="72301" y="44475"/>
                </a:lnTo>
                <a:lnTo>
                  <a:pt x="74866" y="43332"/>
                </a:lnTo>
                <a:lnTo>
                  <a:pt x="78105" y="42659"/>
                </a:lnTo>
                <a:lnTo>
                  <a:pt x="79349" y="36563"/>
                </a:lnTo>
                <a:lnTo>
                  <a:pt x="33909" y="36563"/>
                </a:lnTo>
                <a:lnTo>
                  <a:pt x="32677" y="42087"/>
                </a:lnTo>
                <a:lnTo>
                  <a:pt x="35153" y="42659"/>
                </a:lnTo>
                <a:lnTo>
                  <a:pt x="37058" y="43522"/>
                </a:lnTo>
                <a:lnTo>
                  <a:pt x="66395" y="113334"/>
                </a:lnTo>
                <a:lnTo>
                  <a:pt x="23241" y="164960"/>
                </a:lnTo>
                <a:lnTo>
                  <a:pt x="1143" y="185064"/>
                </a:lnTo>
                <a:lnTo>
                  <a:pt x="0" y="190487"/>
                </a:lnTo>
                <a:lnTo>
                  <a:pt x="41821" y="190487"/>
                </a:lnTo>
                <a:lnTo>
                  <a:pt x="43053" y="184962"/>
                </a:lnTo>
                <a:lnTo>
                  <a:pt x="40576" y="184772"/>
                </a:lnTo>
                <a:lnTo>
                  <a:pt x="38582" y="184111"/>
                </a:lnTo>
                <a:lnTo>
                  <a:pt x="35814" y="181914"/>
                </a:lnTo>
                <a:lnTo>
                  <a:pt x="35052" y="179920"/>
                </a:lnTo>
                <a:lnTo>
                  <a:pt x="35052" y="174777"/>
                </a:lnTo>
                <a:lnTo>
                  <a:pt x="35915" y="172199"/>
                </a:lnTo>
                <a:lnTo>
                  <a:pt x="39344" y="166103"/>
                </a:lnTo>
                <a:lnTo>
                  <a:pt x="42100" y="162204"/>
                </a:lnTo>
                <a:lnTo>
                  <a:pt x="71539" y="125056"/>
                </a:lnTo>
                <a:lnTo>
                  <a:pt x="85064" y="165061"/>
                </a:lnTo>
                <a:lnTo>
                  <a:pt x="85915" y="169913"/>
                </a:lnTo>
                <a:lnTo>
                  <a:pt x="85915" y="177342"/>
                </a:lnTo>
                <a:lnTo>
                  <a:pt x="85064" y="179730"/>
                </a:lnTo>
                <a:lnTo>
                  <a:pt x="81445" y="183438"/>
                </a:lnTo>
                <a:lnTo>
                  <a:pt x="78778" y="184581"/>
                </a:lnTo>
                <a:lnTo>
                  <a:pt x="75247" y="185064"/>
                </a:lnTo>
                <a:lnTo>
                  <a:pt x="74104" y="190487"/>
                </a:lnTo>
                <a:lnTo>
                  <a:pt x="119545" y="190487"/>
                </a:lnTo>
                <a:lnTo>
                  <a:pt x="120688" y="185064"/>
                </a:lnTo>
                <a:lnTo>
                  <a:pt x="118211" y="184391"/>
                </a:lnTo>
                <a:lnTo>
                  <a:pt x="116497" y="183629"/>
                </a:lnTo>
                <a:lnTo>
                  <a:pt x="85725" y="110477"/>
                </a:lnTo>
                <a:lnTo>
                  <a:pt x="119253" y="70472"/>
                </a:lnTo>
                <a:lnTo>
                  <a:pt x="147828" y="42659"/>
                </a:lnTo>
                <a:lnTo>
                  <a:pt x="149072" y="36563"/>
                </a:lnTo>
                <a:close/>
              </a:path>
              <a:path w="293369" h="190500">
                <a:moveTo>
                  <a:pt x="285750" y="0"/>
                </a:moveTo>
                <a:lnTo>
                  <a:pt x="186791" y="0"/>
                </a:lnTo>
                <a:lnTo>
                  <a:pt x="186791" y="12192"/>
                </a:lnTo>
                <a:lnTo>
                  <a:pt x="285750" y="12192"/>
                </a:lnTo>
                <a:lnTo>
                  <a:pt x="285750" y="0"/>
                </a:lnTo>
                <a:close/>
              </a:path>
              <a:path w="293369" h="190500">
                <a:moveTo>
                  <a:pt x="293281" y="36563"/>
                </a:moveTo>
                <a:lnTo>
                  <a:pt x="251079" y="36563"/>
                </a:lnTo>
                <a:lnTo>
                  <a:pt x="249847" y="42659"/>
                </a:lnTo>
                <a:lnTo>
                  <a:pt x="252603" y="43040"/>
                </a:lnTo>
                <a:lnTo>
                  <a:pt x="254698" y="43802"/>
                </a:lnTo>
                <a:lnTo>
                  <a:pt x="257556" y="45999"/>
                </a:lnTo>
                <a:lnTo>
                  <a:pt x="258229" y="47612"/>
                </a:lnTo>
                <a:lnTo>
                  <a:pt x="258229" y="52476"/>
                </a:lnTo>
                <a:lnTo>
                  <a:pt x="257365" y="55714"/>
                </a:lnTo>
                <a:lnTo>
                  <a:pt x="253847" y="62953"/>
                </a:lnTo>
                <a:lnTo>
                  <a:pt x="250126" y="68478"/>
                </a:lnTo>
                <a:lnTo>
                  <a:pt x="216789" y="112763"/>
                </a:lnTo>
                <a:lnTo>
                  <a:pt x="202793" y="63233"/>
                </a:lnTo>
                <a:lnTo>
                  <a:pt x="201739" y="57238"/>
                </a:lnTo>
                <a:lnTo>
                  <a:pt x="201739" y="49428"/>
                </a:lnTo>
                <a:lnTo>
                  <a:pt x="202603" y="47040"/>
                </a:lnTo>
                <a:lnTo>
                  <a:pt x="205930" y="43992"/>
                </a:lnTo>
                <a:lnTo>
                  <a:pt x="208318" y="43040"/>
                </a:lnTo>
                <a:lnTo>
                  <a:pt x="211455" y="42659"/>
                </a:lnTo>
                <a:lnTo>
                  <a:pt x="212699" y="36563"/>
                </a:lnTo>
                <a:lnTo>
                  <a:pt x="169164" y="36563"/>
                </a:lnTo>
                <a:lnTo>
                  <a:pt x="167932" y="42659"/>
                </a:lnTo>
                <a:lnTo>
                  <a:pt x="170599" y="43141"/>
                </a:lnTo>
                <a:lnTo>
                  <a:pt x="172783" y="43992"/>
                </a:lnTo>
                <a:lnTo>
                  <a:pt x="200977" y="126479"/>
                </a:lnTo>
                <a:lnTo>
                  <a:pt x="194411" y="156959"/>
                </a:lnTo>
                <a:lnTo>
                  <a:pt x="176885" y="184391"/>
                </a:lnTo>
                <a:lnTo>
                  <a:pt x="175641" y="190487"/>
                </a:lnTo>
                <a:lnTo>
                  <a:pt x="222885" y="190487"/>
                </a:lnTo>
                <a:lnTo>
                  <a:pt x="224129" y="184391"/>
                </a:lnTo>
                <a:lnTo>
                  <a:pt x="220510" y="184200"/>
                </a:lnTo>
                <a:lnTo>
                  <a:pt x="217932" y="183819"/>
                </a:lnTo>
                <a:lnTo>
                  <a:pt x="214884" y="182587"/>
                </a:lnTo>
                <a:lnTo>
                  <a:pt x="213842" y="181724"/>
                </a:lnTo>
                <a:lnTo>
                  <a:pt x="212318" y="179158"/>
                </a:lnTo>
                <a:lnTo>
                  <a:pt x="211937" y="177342"/>
                </a:lnTo>
                <a:lnTo>
                  <a:pt x="211937" y="173634"/>
                </a:lnTo>
                <a:lnTo>
                  <a:pt x="221170" y="126479"/>
                </a:lnTo>
                <a:lnTo>
                  <a:pt x="264896" y="69430"/>
                </a:lnTo>
                <a:lnTo>
                  <a:pt x="292036" y="42659"/>
                </a:lnTo>
                <a:lnTo>
                  <a:pt x="293281" y="36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5778" y="1743976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5" h="142239">
                <a:moveTo>
                  <a:pt x="138493" y="63500"/>
                </a:moveTo>
                <a:lnTo>
                  <a:pt x="77254" y="63500"/>
                </a:lnTo>
                <a:lnTo>
                  <a:pt x="77254" y="0"/>
                </a:lnTo>
                <a:lnTo>
                  <a:pt x="61252" y="0"/>
                </a:lnTo>
                <a:lnTo>
                  <a:pt x="61252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52" y="78740"/>
                </a:lnTo>
                <a:lnTo>
                  <a:pt x="61252" y="142240"/>
                </a:lnTo>
                <a:lnTo>
                  <a:pt x="77254" y="142240"/>
                </a:lnTo>
                <a:lnTo>
                  <a:pt x="77254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43240" y="1690128"/>
            <a:ext cx="266065" cy="190500"/>
          </a:xfrm>
          <a:custGeom>
            <a:avLst/>
            <a:gdLst/>
            <a:ahLst/>
            <a:cxnLst/>
            <a:rect l="l" t="t" r="r" b="b"/>
            <a:pathLst>
              <a:path w="266064" h="190500">
                <a:moveTo>
                  <a:pt x="117817" y="0"/>
                </a:moveTo>
                <a:lnTo>
                  <a:pt x="18859" y="0"/>
                </a:lnTo>
                <a:lnTo>
                  <a:pt x="18859" y="12192"/>
                </a:lnTo>
                <a:lnTo>
                  <a:pt x="117817" y="12192"/>
                </a:lnTo>
                <a:lnTo>
                  <a:pt x="117817" y="0"/>
                </a:lnTo>
                <a:close/>
              </a:path>
              <a:path w="266064" h="190500">
                <a:moveTo>
                  <a:pt x="125349" y="36563"/>
                </a:moveTo>
                <a:lnTo>
                  <a:pt x="83146" y="36563"/>
                </a:lnTo>
                <a:lnTo>
                  <a:pt x="81915" y="42659"/>
                </a:lnTo>
                <a:lnTo>
                  <a:pt x="84670" y="43040"/>
                </a:lnTo>
                <a:lnTo>
                  <a:pt x="86766" y="43802"/>
                </a:lnTo>
                <a:lnTo>
                  <a:pt x="89623" y="45999"/>
                </a:lnTo>
                <a:lnTo>
                  <a:pt x="90297" y="47612"/>
                </a:lnTo>
                <a:lnTo>
                  <a:pt x="90297" y="52476"/>
                </a:lnTo>
                <a:lnTo>
                  <a:pt x="89433" y="55714"/>
                </a:lnTo>
                <a:lnTo>
                  <a:pt x="85915" y="62953"/>
                </a:lnTo>
                <a:lnTo>
                  <a:pt x="82194" y="68478"/>
                </a:lnTo>
                <a:lnTo>
                  <a:pt x="48856" y="112763"/>
                </a:lnTo>
                <a:lnTo>
                  <a:pt x="34861" y="63233"/>
                </a:lnTo>
                <a:lnTo>
                  <a:pt x="33807" y="57238"/>
                </a:lnTo>
                <a:lnTo>
                  <a:pt x="33807" y="49428"/>
                </a:lnTo>
                <a:lnTo>
                  <a:pt x="34671" y="47040"/>
                </a:lnTo>
                <a:lnTo>
                  <a:pt x="37998" y="43992"/>
                </a:lnTo>
                <a:lnTo>
                  <a:pt x="40386" y="43040"/>
                </a:lnTo>
                <a:lnTo>
                  <a:pt x="43522" y="42659"/>
                </a:lnTo>
                <a:lnTo>
                  <a:pt x="44767" y="36563"/>
                </a:lnTo>
                <a:lnTo>
                  <a:pt x="1231" y="36563"/>
                </a:lnTo>
                <a:lnTo>
                  <a:pt x="0" y="42659"/>
                </a:lnTo>
                <a:lnTo>
                  <a:pt x="2667" y="43141"/>
                </a:lnTo>
                <a:lnTo>
                  <a:pt x="4851" y="43992"/>
                </a:lnTo>
                <a:lnTo>
                  <a:pt x="33045" y="126479"/>
                </a:lnTo>
                <a:lnTo>
                  <a:pt x="26479" y="156959"/>
                </a:lnTo>
                <a:lnTo>
                  <a:pt x="8953" y="184391"/>
                </a:lnTo>
                <a:lnTo>
                  <a:pt x="7708" y="190487"/>
                </a:lnTo>
                <a:lnTo>
                  <a:pt x="54952" y="190487"/>
                </a:lnTo>
                <a:lnTo>
                  <a:pt x="56197" y="184391"/>
                </a:lnTo>
                <a:lnTo>
                  <a:pt x="52578" y="184200"/>
                </a:lnTo>
                <a:lnTo>
                  <a:pt x="49999" y="183819"/>
                </a:lnTo>
                <a:lnTo>
                  <a:pt x="46951" y="182587"/>
                </a:lnTo>
                <a:lnTo>
                  <a:pt x="45910" y="181724"/>
                </a:lnTo>
                <a:lnTo>
                  <a:pt x="44386" y="179158"/>
                </a:lnTo>
                <a:lnTo>
                  <a:pt x="44005" y="177342"/>
                </a:lnTo>
                <a:lnTo>
                  <a:pt x="44005" y="173634"/>
                </a:lnTo>
                <a:lnTo>
                  <a:pt x="53238" y="126479"/>
                </a:lnTo>
                <a:lnTo>
                  <a:pt x="96964" y="69430"/>
                </a:lnTo>
                <a:lnTo>
                  <a:pt x="124104" y="42659"/>
                </a:lnTo>
                <a:lnTo>
                  <a:pt x="125349" y="36563"/>
                </a:lnTo>
                <a:close/>
              </a:path>
              <a:path w="266064" h="190500">
                <a:moveTo>
                  <a:pt x="266026" y="36576"/>
                </a:moveTo>
                <a:lnTo>
                  <a:pt x="168770" y="36576"/>
                </a:lnTo>
                <a:lnTo>
                  <a:pt x="160388" y="74676"/>
                </a:lnTo>
                <a:lnTo>
                  <a:pt x="171246" y="74676"/>
                </a:lnTo>
                <a:lnTo>
                  <a:pt x="174294" y="68580"/>
                </a:lnTo>
                <a:lnTo>
                  <a:pt x="177063" y="63715"/>
                </a:lnTo>
                <a:lnTo>
                  <a:pt x="237350" y="47244"/>
                </a:lnTo>
                <a:lnTo>
                  <a:pt x="135343" y="184975"/>
                </a:lnTo>
                <a:lnTo>
                  <a:pt x="134200" y="190500"/>
                </a:lnTo>
                <a:lnTo>
                  <a:pt x="233921" y="190500"/>
                </a:lnTo>
                <a:lnTo>
                  <a:pt x="242595" y="149352"/>
                </a:lnTo>
                <a:lnTo>
                  <a:pt x="231736" y="149352"/>
                </a:lnTo>
                <a:lnTo>
                  <a:pt x="229260" y="155155"/>
                </a:lnTo>
                <a:lnTo>
                  <a:pt x="227063" y="159639"/>
                </a:lnTo>
                <a:lnTo>
                  <a:pt x="202298" y="179920"/>
                </a:lnTo>
                <a:lnTo>
                  <a:pt x="162585" y="179832"/>
                </a:lnTo>
                <a:lnTo>
                  <a:pt x="264782" y="41998"/>
                </a:lnTo>
                <a:lnTo>
                  <a:pt x="266026" y="365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85086" y="1743976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54" y="63500"/>
                </a:lnTo>
                <a:lnTo>
                  <a:pt x="77254" y="0"/>
                </a:lnTo>
                <a:lnTo>
                  <a:pt x="61252" y="0"/>
                </a:lnTo>
                <a:lnTo>
                  <a:pt x="61252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52" y="78740"/>
                </a:lnTo>
                <a:lnTo>
                  <a:pt x="61252" y="142240"/>
                </a:lnTo>
                <a:lnTo>
                  <a:pt x="77254" y="142240"/>
                </a:lnTo>
                <a:lnTo>
                  <a:pt x="77254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088546" y="1726692"/>
            <a:ext cx="283210" cy="154305"/>
          </a:xfrm>
          <a:custGeom>
            <a:avLst/>
            <a:gdLst/>
            <a:ahLst/>
            <a:cxnLst/>
            <a:rect l="l" t="t" r="r" b="b"/>
            <a:pathLst>
              <a:path w="283210" h="154305">
                <a:moveTo>
                  <a:pt x="41814" y="153924"/>
                </a:moveTo>
                <a:lnTo>
                  <a:pt x="0" y="153924"/>
                </a:lnTo>
                <a:lnTo>
                  <a:pt x="1163" y="148399"/>
                </a:lnTo>
                <a:lnTo>
                  <a:pt x="1469" y="148399"/>
                </a:lnTo>
                <a:lnTo>
                  <a:pt x="3429" y="147828"/>
                </a:lnTo>
                <a:lnTo>
                  <a:pt x="5524" y="146780"/>
                </a:lnTo>
                <a:lnTo>
                  <a:pt x="7429" y="145256"/>
                </a:lnTo>
                <a:lnTo>
                  <a:pt x="9334" y="143922"/>
                </a:lnTo>
                <a:lnTo>
                  <a:pt x="11811" y="141446"/>
                </a:lnTo>
                <a:lnTo>
                  <a:pt x="17907" y="134588"/>
                </a:lnTo>
                <a:lnTo>
                  <a:pt x="23241" y="128397"/>
                </a:lnTo>
                <a:lnTo>
                  <a:pt x="30765" y="119253"/>
                </a:lnTo>
                <a:lnTo>
                  <a:pt x="66389" y="76771"/>
                </a:lnTo>
                <a:lnTo>
                  <a:pt x="49720" y="30384"/>
                </a:lnTo>
                <a:lnTo>
                  <a:pt x="47053" y="22764"/>
                </a:lnTo>
                <a:lnTo>
                  <a:pt x="44862" y="17430"/>
                </a:lnTo>
                <a:lnTo>
                  <a:pt x="43243" y="14382"/>
                </a:lnTo>
                <a:lnTo>
                  <a:pt x="41719" y="11430"/>
                </a:lnTo>
                <a:lnTo>
                  <a:pt x="40100" y="9334"/>
                </a:lnTo>
                <a:lnTo>
                  <a:pt x="38322" y="7905"/>
                </a:lnTo>
                <a:lnTo>
                  <a:pt x="36798" y="6762"/>
                </a:lnTo>
                <a:lnTo>
                  <a:pt x="36628" y="6762"/>
                </a:lnTo>
                <a:lnTo>
                  <a:pt x="35147" y="6096"/>
                </a:lnTo>
                <a:lnTo>
                  <a:pt x="32670" y="5524"/>
                </a:lnTo>
                <a:lnTo>
                  <a:pt x="33909" y="0"/>
                </a:lnTo>
                <a:lnTo>
                  <a:pt x="79343" y="0"/>
                </a:lnTo>
                <a:lnTo>
                  <a:pt x="78221" y="5524"/>
                </a:lnTo>
                <a:lnTo>
                  <a:pt x="78105" y="6096"/>
                </a:lnTo>
                <a:lnTo>
                  <a:pt x="74866" y="6762"/>
                </a:lnTo>
                <a:lnTo>
                  <a:pt x="72294" y="7905"/>
                </a:lnTo>
                <a:lnTo>
                  <a:pt x="70613" y="9334"/>
                </a:lnTo>
                <a:lnTo>
                  <a:pt x="68484" y="11239"/>
                </a:lnTo>
                <a:lnTo>
                  <a:pt x="67532" y="13716"/>
                </a:lnTo>
                <a:lnTo>
                  <a:pt x="67532" y="21717"/>
                </a:lnTo>
                <a:lnTo>
                  <a:pt x="68770" y="27717"/>
                </a:lnTo>
                <a:lnTo>
                  <a:pt x="71247" y="34861"/>
                </a:lnTo>
                <a:lnTo>
                  <a:pt x="80581" y="62103"/>
                </a:lnTo>
                <a:lnTo>
                  <a:pt x="95623" y="62103"/>
                </a:lnTo>
                <a:lnTo>
                  <a:pt x="85725" y="73914"/>
                </a:lnTo>
                <a:lnTo>
                  <a:pt x="90968" y="88487"/>
                </a:lnTo>
                <a:lnTo>
                  <a:pt x="71532" y="88487"/>
                </a:lnTo>
                <a:lnTo>
                  <a:pt x="45910" y="120681"/>
                </a:lnTo>
                <a:lnTo>
                  <a:pt x="42100" y="125634"/>
                </a:lnTo>
                <a:lnTo>
                  <a:pt x="39338" y="129540"/>
                </a:lnTo>
                <a:lnTo>
                  <a:pt x="35909" y="135636"/>
                </a:lnTo>
                <a:lnTo>
                  <a:pt x="35052" y="138207"/>
                </a:lnTo>
                <a:lnTo>
                  <a:pt x="35052" y="143351"/>
                </a:lnTo>
                <a:lnTo>
                  <a:pt x="43053" y="148399"/>
                </a:lnTo>
                <a:lnTo>
                  <a:pt x="41814" y="153924"/>
                </a:lnTo>
                <a:close/>
              </a:path>
              <a:path w="283210" h="154305">
                <a:moveTo>
                  <a:pt x="95623" y="62103"/>
                </a:moveTo>
                <a:lnTo>
                  <a:pt x="80581" y="62103"/>
                </a:lnTo>
                <a:lnTo>
                  <a:pt x="101346" y="35814"/>
                </a:lnTo>
                <a:lnTo>
                  <a:pt x="104584" y="31813"/>
                </a:lnTo>
                <a:lnTo>
                  <a:pt x="107156" y="28575"/>
                </a:lnTo>
                <a:lnTo>
                  <a:pt x="108870" y="25908"/>
                </a:lnTo>
                <a:lnTo>
                  <a:pt x="110680" y="23431"/>
                </a:lnTo>
                <a:lnTo>
                  <a:pt x="112014" y="21145"/>
                </a:lnTo>
                <a:lnTo>
                  <a:pt x="112706" y="19240"/>
                </a:lnTo>
                <a:lnTo>
                  <a:pt x="113423" y="17430"/>
                </a:lnTo>
                <a:lnTo>
                  <a:pt x="113538" y="17145"/>
                </a:lnTo>
                <a:lnTo>
                  <a:pt x="113919" y="15335"/>
                </a:lnTo>
                <a:lnTo>
                  <a:pt x="113919" y="11906"/>
                </a:lnTo>
                <a:lnTo>
                  <a:pt x="113347" y="10191"/>
                </a:lnTo>
                <a:lnTo>
                  <a:pt x="112109" y="8667"/>
                </a:lnTo>
                <a:lnTo>
                  <a:pt x="110966" y="7334"/>
                </a:lnTo>
                <a:lnTo>
                  <a:pt x="108870" y="6477"/>
                </a:lnTo>
                <a:lnTo>
                  <a:pt x="105918" y="6096"/>
                </a:lnTo>
                <a:lnTo>
                  <a:pt x="107156" y="0"/>
                </a:lnTo>
                <a:lnTo>
                  <a:pt x="149066" y="0"/>
                </a:lnTo>
                <a:lnTo>
                  <a:pt x="147944" y="5524"/>
                </a:lnTo>
                <a:lnTo>
                  <a:pt x="147828" y="6096"/>
                </a:lnTo>
                <a:lnTo>
                  <a:pt x="145911" y="6762"/>
                </a:lnTo>
                <a:lnTo>
                  <a:pt x="144764" y="7334"/>
                </a:lnTo>
                <a:lnTo>
                  <a:pt x="119253" y="33909"/>
                </a:lnTo>
                <a:lnTo>
                  <a:pt x="95623" y="62103"/>
                </a:lnTo>
                <a:close/>
              </a:path>
              <a:path w="283210" h="154305">
                <a:moveTo>
                  <a:pt x="120327" y="148399"/>
                </a:moveTo>
                <a:lnTo>
                  <a:pt x="75952" y="148399"/>
                </a:lnTo>
                <a:lnTo>
                  <a:pt x="78771" y="148018"/>
                </a:lnTo>
                <a:lnTo>
                  <a:pt x="81661" y="146780"/>
                </a:lnTo>
                <a:lnTo>
                  <a:pt x="81529" y="146780"/>
                </a:lnTo>
                <a:lnTo>
                  <a:pt x="83248" y="144970"/>
                </a:lnTo>
                <a:lnTo>
                  <a:pt x="85058" y="143160"/>
                </a:lnTo>
                <a:lnTo>
                  <a:pt x="85915" y="140779"/>
                </a:lnTo>
                <a:lnTo>
                  <a:pt x="85915" y="133350"/>
                </a:lnTo>
                <a:lnTo>
                  <a:pt x="85027" y="128397"/>
                </a:lnTo>
                <a:lnTo>
                  <a:pt x="83248" y="122967"/>
                </a:lnTo>
                <a:lnTo>
                  <a:pt x="71532" y="88487"/>
                </a:lnTo>
                <a:lnTo>
                  <a:pt x="90968" y="88487"/>
                </a:lnTo>
                <a:lnTo>
                  <a:pt x="102039" y="119253"/>
                </a:lnTo>
                <a:lnTo>
                  <a:pt x="104584" y="126492"/>
                </a:lnTo>
                <a:lnTo>
                  <a:pt x="106680" y="131730"/>
                </a:lnTo>
                <a:lnTo>
                  <a:pt x="115443" y="146304"/>
                </a:lnTo>
                <a:lnTo>
                  <a:pt x="116490" y="147066"/>
                </a:lnTo>
                <a:lnTo>
                  <a:pt x="118205" y="147828"/>
                </a:lnTo>
                <a:lnTo>
                  <a:pt x="120327" y="148399"/>
                </a:lnTo>
                <a:close/>
              </a:path>
              <a:path w="283210" h="154305">
                <a:moveTo>
                  <a:pt x="119538" y="153924"/>
                </a:moveTo>
                <a:lnTo>
                  <a:pt x="74104" y="153924"/>
                </a:lnTo>
                <a:lnTo>
                  <a:pt x="75267" y="148399"/>
                </a:lnTo>
                <a:lnTo>
                  <a:pt x="120701" y="148399"/>
                </a:lnTo>
                <a:lnTo>
                  <a:pt x="119538" y="153924"/>
                </a:lnTo>
                <a:close/>
              </a:path>
              <a:path w="283210" h="154305">
                <a:moveTo>
                  <a:pt x="188309" y="38100"/>
                </a:moveTo>
                <a:lnTo>
                  <a:pt x="177450" y="38100"/>
                </a:lnTo>
                <a:lnTo>
                  <a:pt x="185832" y="0"/>
                </a:lnTo>
                <a:lnTo>
                  <a:pt x="283082" y="0"/>
                </a:lnTo>
                <a:lnTo>
                  <a:pt x="281844" y="5429"/>
                </a:lnTo>
                <a:lnTo>
                  <a:pt x="277960" y="10668"/>
                </a:lnTo>
                <a:lnTo>
                  <a:pt x="216574" y="10668"/>
                </a:lnTo>
                <a:lnTo>
                  <a:pt x="212407" y="11144"/>
                </a:lnTo>
                <a:lnTo>
                  <a:pt x="191357" y="32004"/>
                </a:lnTo>
                <a:lnTo>
                  <a:pt x="188309" y="38100"/>
                </a:lnTo>
                <a:close/>
              </a:path>
              <a:path w="283210" h="154305">
                <a:moveTo>
                  <a:pt x="250983" y="153924"/>
                </a:moveTo>
                <a:lnTo>
                  <a:pt x="151257" y="153924"/>
                </a:lnTo>
                <a:lnTo>
                  <a:pt x="152400" y="148399"/>
                </a:lnTo>
                <a:lnTo>
                  <a:pt x="254412" y="10668"/>
                </a:lnTo>
                <a:lnTo>
                  <a:pt x="277960" y="10668"/>
                </a:lnTo>
                <a:lnTo>
                  <a:pt x="179641" y="143256"/>
                </a:lnTo>
                <a:lnTo>
                  <a:pt x="253230" y="143256"/>
                </a:lnTo>
                <a:lnTo>
                  <a:pt x="250983" y="153924"/>
                </a:lnTo>
                <a:close/>
              </a:path>
              <a:path w="283210" h="154305">
                <a:moveTo>
                  <a:pt x="253230" y="143256"/>
                </a:moveTo>
                <a:lnTo>
                  <a:pt x="220408" y="143256"/>
                </a:lnTo>
                <a:lnTo>
                  <a:pt x="222504" y="143065"/>
                </a:lnTo>
                <a:lnTo>
                  <a:pt x="224885" y="142398"/>
                </a:lnTo>
                <a:lnTo>
                  <a:pt x="227266" y="141827"/>
                </a:lnTo>
                <a:lnTo>
                  <a:pt x="229362" y="140874"/>
                </a:lnTo>
                <a:lnTo>
                  <a:pt x="231076" y="139541"/>
                </a:lnTo>
                <a:lnTo>
                  <a:pt x="232886" y="138303"/>
                </a:lnTo>
                <a:lnTo>
                  <a:pt x="234695" y="136588"/>
                </a:lnTo>
                <a:lnTo>
                  <a:pt x="236601" y="134302"/>
                </a:lnTo>
                <a:lnTo>
                  <a:pt x="238505" y="132207"/>
                </a:lnTo>
                <a:lnTo>
                  <a:pt x="240315" y="129444"/>
                </a:lnTo>
                <a:lnTo>
                  <a:pt x="242220" y="126206"/>
                </a:lnTo>
                <a:lnTo>
                  <a:pt x="244125" y="123063"/>
                </a:lnTo>
                <a:lnTo>
                  <a:pt x="246316" y="118586"/>
                </a:lnTo>
                <a:lnTo>
                  <a:pt x="248793" y="112776"/>
                </a:lnTo>
                <a:lnTo>
                  <a:pt x="259651" y="112776"/>
                </a:lnTo>
                <a:lnTo>
                  <a:pt x="253271" y="143065"/>
                </a:lnTo>
                <a:lnTo>
                  <a:pt x="253230" y="143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50490" y="1743976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54" y="63500"/>
                </a:lnTo>
                <a:lnTo>
                  <a:pt x="77254" y="0"/>
                </a:lnTo>
                <a:lnTo>
                  <a:pt x="61252" y="0"/>
                </a:lnTo>
                <a:lnTo>
                  <a:pt x="61252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52" y="78740"/>
                </a:lnTo>
                <a:lnTo>
                  <a:pt x="61252" y="142240"/>
                </a:lnTo>
                <a:lnTo>
                  <a:pt x="77254" y="142240"/>
                </a:lnTo>
                <a:lnTo>
                  <a:pt x="77254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653950" y="1726692"/>
            <a:ext cx="287655" cy="154305"/>
          </a:xfrm>
          <a:custGeom>
            <a:avLst/>
            <a:gdLst/>
            <a:ahLst/>
            <a:cxnLst/>
            <a:rect l="l" t="t" r="r" b="b"/>
            <a:pathLst>
              <a:path w="287655" h="154305">
                <a:moveTo>
                  <a:pt x="41814" y="153924"/>
                </a:moveTo>
                <a:lnTo>
                  <a:pt x="0" y="153924"/>
                </a:lnTo>
                <a:lnTo>
                  <a:pt x="1163" y="148399"/>
                </a:lnTo>
                <a:lnTo>
                  <a:pt x="1469" y="148399"/>
                </a:lnTo>
                <a:lnTo>
                  <a:pt x="3429" y="147828"/>
                </a:lnTo>
                <a:lnTo>
                  <a:pt x="5524" y="146780"/>
                </a:lnTo>
                <a:lnTo>
                  <a:pt x="7429" y="145256"/>
                </a:lnTo>
                <a:lnTo>
                  <a:pt x="9334" y="143922"/>
                </a:lnTo>
                <a:lnTo>
                  <a:pt x="11811" y="141446"/>
                </a:lnTo>
                <a:lnTo>
                  <a:pt x="17907" y="134588"/>
                </a:lnTo>
                <a:lnTo>
                  <a:pt x="23241" y="128397"/>
                </a:lnTo>
                <a:lnTo>
                  <a:pt x="30765" y="119253"/>
                </a:lnTo>
                <a:lnTo>
                  <a:pt x="66389" y="76771"/>
                </a:lnTo>
                <a:lnTo>
                  <a:pt x="49720" y="30384"/>
                </a:lnTo>
                <a:lnTo>
                  <a:pt x="47053" y="22764"/>
                </a:lnTo>
                <a:lnTo>
                  <a:pt x="44862" y="17430"/>
                </a:lnTo>
                <a:lnTo>
                  <a:pt x="43243" y="14382"/>
                </a:lnTo>
                <a:lnTo>
                  <a:pt x="41719" y="11430"/>
                </a:lnTo>
                <a:lnTo>
                  <a:pt x="40100" y="9334"/>
                </a:lnTo>
                <a:lnTo>
                  <a:pt x="38322" y="7905"/>
                </a:lnTo>
                <a:lnTo>
                  <a:pt x="36798" y="6762"/>
                </a:lnTo>
                <a:lnTo>
                  <a:pt x="36628" y="6762"/>
                </a:lnTo>
                <a:lnTo>
                  <a:pt x="35147" y="6096"/>
                </a:lnTo>
                <a:lnTo>
                  <a:pt x="32670" y="5524"/>
                </a:lnTo>
                <a:lnTo>
                  <a:pt x="33909" y="0"/>
                </a:lnTo>
                <a:lnTo>
                  <a:pt x="79343" y="0"/>
                </a:lnTo>
                <a:lnTo>
                  <a:pt x="78221" y="5524"/>
                </a:lnTo>
                <a:lnTo>
                  <a:pt x="78105" y="6096"/>
                </a:lnTo>
                <a:lnTo>
                  <a:pt x="74866" y="6762"/>
                </a:lnTo>
                <a:lnTo>
                  <a:pt x="72294" y="7905"/>
                </a:lnTo>
                <a:lnTo>
                  <a:pt x="70613" y="9334"/>
                </a:lnTo>
                <a:lnTo>
                  <a:pt x="68484" y="11239"/>
                </a:lnTo>
                <a:lnTo>
                  <a:pt x="67532" y="13716"/>
                </a:lnTo>
                <a:lnTo>
                  <a:pt x="67532" y="21717"/>
                </a:lnTo>
                <a:lnTo>
                  <a:pt x="68770" y="27717"/>
                </a:lnTo>
                <a:lnTo>
                  <a:pt x="71247" y="34861"/>
                </a:lnTo>
                <a:lnTo>
                  <a:pt x="80581" y="62103"/>
                </a:lnTo>
                <a:lnTo>
                  <a:pt x="95623" y="62103"/>
                </a:lnTo>
                <a:lnTo>
                  <a:pt x="85725" y="73914"/>
                </a:lnTo>
                <a:lnTo>
                  <a:pt x="90968" y="88487"/>
                </a:lnTo>
                <a:lnTo>
                  <a:pt x="71532" y="88487"/>
                </a:lnTo>
                <a:lnTo>
                  <a:pt x="45910" y="120681"/>
                </a:lnTo>
                <a:lnTo>
                  <a:pt x="42100" y="125634"/>
                </a:lnTo>
                <a:lnTo>
                  <a:pt x="39338" y="129540"/>
                </a:lnTo>
                <a:lnTo>
                  <a:pt x="35909" y="135636"/>
                </a:lnTo>
                <a:lnTo>
                  <a:pt x="35052" y="138207"/>
                </a:lnTo>
                <a:lnTo>
                  <a:pt x="35052" y="143351"/>
                </a:lnTo>
                <a:lnTo>
                  <a:pt x="43053" y="148399"/>
                </a:lnTo>
                <a:lnTo>
                  <a:pt x="41814" y="153924"/>
                </a:lnTo>
                <a:close/>
              </a:path>
              <a:path w="287655" h="154305">
                <a:moveTo>
                  <a:pt x="95623" y="62103"/>
                </a:moveTo>
                <a:lnTo>
                  <a:pt x="80581" y="62103"/>
                </a:lnTo>
                <a:lnTo>
                  <a:pt x="101346" y="35814"/>
                </a:lnTo>
                <a:lnTo>
                  <a:pt x="104584" y="31813"/>
                </a:lnTo>
                <a:lnTo>
                  <a:pt x="107156" y="28575"/>
                </a:lnTo>
                <a:lnTo>
                  <a:pt x="108870" y="25908"/>
                </a:lnTo>
                <a:lnTo>
                  <a:pt x="110680" y="23431"/>
                </a:lnTo>
                <a:lnTo>
                  <a:pt x="112014" y="21145"/>
                </a:lnTo>
                <a:lnTo>
                  <a:pt x="112706" y="19240"/>
                </a:lnTo>
                <a:lnTo>
                  <a:pt x="113423" y="17430"/>
                </a:lnTo>
                <a:lnTo>
                  <a:pt x="113538" y="17145"/>
                </a:lnTo>
                <a:lnTo>
                  <a:pt x="113919" y="15335"/>
                </a:lnTo>
                <a:lnTo>
                  <a:pt x="113919" y="11906"/>
                </a:lnTo>
                <a:lnTo>
                  <a:pt x="113347" y="10191"/>
                </a:lnTo>
                <a:lnTo>
                  <a:pt x="112109" y="8667"/>
                </a:lnTo>
                <a:lnTo>
                  <a:pt x="110966" y="7334"/>
                </a:lnTo>
                <a:lnTo>
                  <a:pt x="108870" y="6477"/>
                </a:lnTo>
                <a:lnTo>
                  <a:pt x="105918" y="6096"/>
                </a:lnTo>
                <a:lnTo>
                  <a:pt x="107156" y="0"/>
                </a:lnTo>
                <a:lnTo>
                  <a:pt x="149066" y="0"/>
                </a:lnTo>
                <a:lnTo>
                  <a:pt x="147944" y="5524"/>
                </a:lnTo>
                <a:lnTo>
                  <a:pt x="147828" y="6096"/>
                </a:lnTo>
                <a:lnTo>
                  <a:pt x="145911" y="6762"/>
                </a:lnTo>
                <a:lnTo>
                  <a:pt x="144764" y="7334"/>
                </a:lnTo>
                <a:lnTo>
                  <a:pt x="119253" y="33909"/>
                </a:lnTo>
                <a:lnTo>
                  <a:pt x="95623" y="62103"/>
                </a:lnTo>
                <a:close/>
              </a:path>
              <a:path w="287655" h="154305">
                <a:moveTo>
                  <a:pt x="120327" y="148399"/>
                </a:moveTo>
                <a:lnTo>
                  <a:pt x="75952" y="148399"/>
                </a:lnTo>
                <a:lnTo>
                  <a:pt x="78771" y="148018"/>
                </a:lnTo>
                <a:lnTo>
                  <a:pt x="81661" y="146780"/>
                </a:lnTo>
                <a:lnTo>
                  <a:pt x="81529" y="146780"/>
                </a:lnTo>
                <a:lnTo>
                  <a:pt x="83248" y="144970"/>
                </a:lnTo>
                <a:lnTo>
                  <a:pt x="85058" y="143160"/>
                </a:lnTo>
                <a:lnTo>
                  <a:pt x="85915" y="140779"/>
                </a:lnTo>
                <a:lnTo>
                  <a:pt x="85915" y="133350"/>
                </a:lnTo>
                <a:lnTo>
                  <a:pt x="85027" y="128397"/>
                </a:lnTo>
                <a:lnTo>
                  <a:pt x="83248" y="122967"/>
                </a:lnTo>
                <a:lnTo>
                  <a:pt x="71532" y="88487"/>
                </a:lnTo>
                <a:lnTo>
                  <a:pt x="90968" y="88487"/>
                </a:lnTo>
                <a:lnTo>
                  <a:pt x="102039" y="119253"/>
                </a:lnTo>
                <a:lnTo>
                  <a:pt x="104584" y="126492"/>
                </a:lnTo>
                <a:lnTo>
                  <a:pt x="106680" y="131730"/>
                </a:lnTo>
                <a:lnTo>
                  <a:pt x="115443" y="146304"/>
                </a:lnTo>
                <a:lnTo>
                  <a:pt x="116490" y="147066"/>
                </a:lnTo>
                <a:lnTo>
                  <a:pt x="118205" y="147828"/>
                </a:lnTo>
                <a:lnTo>
                  <a:pt x="120327" y="148399"/>
                </a:lnTo>
                <a:close/>
              </a:path>
              <a:path w="287655" h="154305">
                <a:moveTo>
                  <a:pt x="119538" y="153924"/>
                </a:moveTo>
                <a:lnTo>
                  <a:pt x="74104" y="153924"/>
                </a:lnTo>
                <a:lnTo>
                  <a:pt x="75267" y="148399"/>
                </a:lnTo>
                <a:lnTo>
                  <a:pt x="120701" y="148399"/>
                </a:lnTo>
                <a:lnTo>
                  <a:pt x="119538" y="153924"/>
                </a:lnTo>
                <a:close/>
              </a:path>
              <a:path w="287655" h="154305">
                <a:moveTo>
                  <a:pt x="216789" y="153924"/>
                </a:moveTo>
                <a:lnTo>
                  <a:pt x="169545" y="153924"/>
                </a:lnTo>
                <a:lnTo>
                  <a:pt x="170783" y="147828"/>
                </a:lnTo>
                <a:lnTo>
                  <a:pt x="173831" y="147447"/>
                </a:lnTo>
                <a:lnTo>
                  <a:pt x="176022" y="146875"/>
                </a:lnTo>
                <a:lnTo>
                  <a:pt x="177654" y="146018"/>
                </a:lnTo>
                <a:lnTo>
                  <a:pt x="178879" y="145446"/>
                </a:lnTo>
                <a:lnTo>
                  <a:pt x="180117" y="144303"/>
                </a:lnTo>
                <a:lnTo>
                  <a:pt x="181165" y="142779"/>
                </a:lnTo>
                <a:lnTo>
                  <a:pt x="182308" y="141255"/>
                </a:lnTo>
                <a:lnTo>
                  <a:pt x="183356" y="138874"/>
                </a:lnTo>
                <a:lnTo>
                  <a:pt x="184437" y="135350"/>
                </a:lnTo>
                <a:lnTo>
                  <a:pt x="185547" y="132207"/>
                </a:lnTo>
                <a:lnTo>
                  <a:pt x="186785" y="127158"/>
                </a:lnTo>
                <a:lnTo>
                  <a:pt x="188309" y="120396"/>
                </a:lnTo>
                <a:lnTo>
                  <a:pt x="194881" y="89916"/>
                </a:lnTo>
                <a:lnTo>
                  <a:pt x="178593" y="32861"/>
                </a:lnTo>
                <a:lnTo>
                  <a:pt x="164253" y="6477"/>
                </a:lnTo>
                <a:lnTo>
                  <a:pt x="163963" y="6477"/>
                </a:lnTo>
                <a:lnTo>
                  <a:pt x="161829" y="6096"/>
                </a:lnTo>
                <a:lnTo>
                  <a:pt x="163068" y="0"/>
                </a:lnTo>
                <a:lnTo>
                  <a:pt x="206597" y="0"/>
                </a:lnTo>
                <a:lnTo>
                  <a:pt x="205359" y="6096"/>
                </a:lnTo>
                <a:lnTo>
                  <a:pt x="202215" y="6477"/>
                </a:lnTo>
                <a:lnTo>
                  <a:pt x="199834" y="7429"/>
                </a:lnTo>
                <a:lnTo>
                  <a:pt x="198120" y="8953"/>
                </a:lnTo>
                <a:lnTo>
                  <a:pt x="196500" y="10477"/>
                </a:lnTo>
                <a:lnTo>
                  <a:pt x="195643" y="12858"/>
                </a:lnTo>
                <a:lnTo>
                  <a:pt x="195643" y="20669"/>
                </a:lnTo>
                <a:lnTo>
                  <a:pt x="196641" y="26384"/>
                </a:lnTo>
                <a:lnTo>
                  <a:pt x="196691" y="26670"/>
                </a:lnTo>
                <a:lnTo>
                  <a:pt x="198786" y="33909"/>
                </a:lnTo>
                <a:lnTo>
                  <a:pt x="210693" y="76200"/>
                </a:lnTo>
                <a:lnTo>
                  <a:pt x="225584" y="76200"/>
                </a:lnTo>
                <a:lnTo>
                  <a:pt x="215074" y="89916"/>
                </a:lnTo>
                <a:lnTo>
                  <a:pt x="208121" y="121158"/>
                </a:lnTo>
                <a:lnTo>
                  <a:pt x="207549" y="124206"/>
                </a:lnTo>
                <a:lnTo>
                  <a:pt x="207073" y="126492"/>
                </a:lnTo>
                <a:lnTo>
                  <a:pt x="206502" y="129825"/>
                </a:lnTo>
                <a:lnTo>
                  <a:pt x="205930" y="135350"/>
                </a:lnTo>
                <a:lnTo>
                  <a:pt x="205935" y="141255"/>
                </a:lnTo>
                <a:lnTo>
                  <a:pt x="206216" y="142589"/>
                </a:lnTo>
                <a:lnTo>
                  <a:pt x="206978" y="143827"/>
                </a:lnTo>
                <a:lnTo>
                  <a:pt x="207740" y="145161"/>
                </a:lnTo>
                <a:lnTo>
                  <a:pt x="208788" y="146018"/>
                </a:lnTo>
                <a:lnTo>
                  <a:pt x="210312" y="146589"/>
                </a:lnTo>
                <a:lnTo>
                  <a:pt x="211836" y="147256"/>
                </a:lnTo>
                <a:lnTo>
                  <a:pt x="214407" y="147637"/>
                </a:lnTo>
                <a:lnTo>
                  <a:pt x="218027" y="147828"/>
                </a:lnTo>
                <a:lnTo>
                  <a:pt x="216789" y="153924"/>
                </a:lnTo>
                <a:close/>
              </a:path>
              <a:path w="287655" h="154305">
                <a:moveTo>
                  <a:pt x="225584" y="76200"/>
                </a:moveTo>
                <a:lnTo>
                  <a:pt x="210693" y="76200"/>
                </a:lnTo>
                <a:lnTo>
                  <a:pt x="244030" y="31908"/>
                </a:lnTo>
                <a:lnTo>
                  <a:pt x="247745" y="26384"/>
                </a:lnTo>
                <a:lnTo>
                  <a:pt x="249459" y="22764"/>
                </a:lnTo>
                <a:lnTo>
                  <a:pt x="251269" y="19145"/>
                </a:lnTo>
                <a:lnTo>
                  <a:pt x="252126" y="15906"/>
                </a:lnTo>
                <a:lnTo>
                  <a:pt x="252126" y="11049"/>
                </a:lnTo>
                <a:lnTo>
                  <a:pt x="251460" y="9429"/>
                </a:lnTo>
                <a:lnTo>
                  <a:pt x="250031" y="8286"/>
                </a:lnTo>
                <a:lnTo>
                  <a:pt x="248472" y="7143"/>
                </a:lnTo>
                <a:lnTo>
                  <a:pt x="248340" y="7143"/>
                </a:lnTo>
                <a:lnTo>
                  <a:pt x="246506" y="6477"/>
                </a:lnTo>
                <a:lnTo>
                  <a:pt x="243744" y="6096"/>
                </a:lnTo>
                <a:lnTo>
                  <a:pt x="244982" y="0"/>
                </a:lnTo>
                <a:lnTo>
                  <a:pt x="287178" y="0"/>
                </a:lnTo>
                <a:lnTo>
                  <a:pt x="285940" y="6096"/>
                </a:lnTo>
                <a:lnTo>
                  <a:pt x="284492" y="6477"/>
                </a:lnTo>
                <a:lnTo>
                  <a:pt x="282606" y="7143"/>
                </a:lnTo>
                <a:lnTo>
                  <a:pt x="258794" y="32861"/>
                </a:lnTo>
                <a:lnTo>
                  <a:pt x="225584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018942" y="1743976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4" h="142239">
                <a:moveTo>
                  <a:pt x="138493" y="63500"/>
                </a:moveTo>
                <a:lnTo>
                  <a:pt x="77241" y="63500"/>
                </a:lnTo>
                <a:lnTo>
                  <a:pt x="77241" y="0"/>
                </a:lnTo>
                <a:lnTo>
                  <a:pt x="61239" y="0"/>
                </a:lnTo>
                <a:lnTo>
                  <a:pt x="61239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39" y="78740"/>
                </a:lnTo>
                <a:lnTo>
                  <a:pt x="61239" y="142240"/>
                </a:lnTo>
                <a:lnTo>
                  <a:pt x="77241" y="142240"/>
                </a:lnTo>
                <a:lnTo>
                  <a:pt x="77241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3236404" y="1690116"/>
            <a:ext cx="276860" cy="190500"/>
            <a:chOff x="3236404" y="1690116"/>
            <a:chExt cx="276860" cy="19050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6404" y="1726691"/>
              <a:ext cx="266033" cy="15392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428999" y="1690116"/>
              <a:ext cx="83820" cy="12700"/>
            </a:xfrm>
            <a:custGeom>
              <a:avLst/>
              <a:gdLst/>
              <a:ahLst/>
              <a:cxnLst/>
              <a:rect l="l" t="t" r="r" b="b"/>
              <a:pathLst>
                <a:path w="83820" h="12700">
                  <a:moveTo>
                    <a:pt x="83819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83819" y="0"/>
                  </a:lnTo>
                  <a:lnTo>
                    <a:pt x="83819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4207" y="2722255"/>
            <a:ext cx="2577334" cy="18233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12700" marR="5080">
              <a:lnSpc>
                <a:spcPts val="3960"/>
              </a:lnSpc>
              <a:spcBef>
                <a:spcPts val="1060"/>
              </a:spcBef>
            </a:pPr>
            <a:r>
              <a:rPr dirty="0" spc="-780"/>
              <a:t>DRAWING</a:t>
            </a:r>
            <a:r>
              <a:rPr dirty="0" spc="-310"/>
              <a:t> </a:t>
            </a:r>
            <a:r>
              <a:rPr dirty="0" spc="-735"/>
              <a:t>LOGIC</a:t>
            </a:r>
            <a:r>
              <a:rPr dirty="0" spc="-340"/>
              <a:t> </a:t>
            </a:r>
            <a:r>
              <a:rPr dirty="0" spc="-680"/>
              <a:t>DIAGRAM</a:t>
            </a:r>
            <a:r>
              <a:rPr dirty="0" spc="-320"/>
              <a:t> </a:t>
            </a:r>
            <a:r>
              <a:rPr dirty="0" spc="-800"/>
              <a:t>FROM</a:t>
            </a:r>
            <a:r>
              <a:rPr dirty="0" spc="-315"/>
              <a:t> </a:t>
            </a:r>
            <a:r>
              <a:rPr dirty="0" spc="-780"/>
              <a:t>BOOLEAN </a:t>
            </a:r>
            <a:r>
              <a:rPr dirty="0" spc="-690"/>
              <a:t>EXPRESSION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3619" y="4102608"/>
            <a:ext cx="2954197" cy="176748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96856" y="3074959"/>
            <a:ext cx="136398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Cambria Math"/>
                <a:cs typeface="Cambria Math"/>
              </a:rPr>
              <a:t>𝐵𝐶</a:t>
            </a:r>
            <a:r>
              <a:rPr dirty="0" baseline="11494" sz="2175">
                <a:latin typeface="Cambria Math"/>
                <a:cs typeface="Cambria Math"/>
              </a:rPr>
              <a:t>̅</a:t>
            </a:r>
            <a:r>
              <a:rPr dirty="0" baseline="11494" sz="2175" spc="179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50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𝐴𝐵</a:t>
            </a:r>
            <a:r>
              <a:rPr dirty="0" sz="1450" spc="8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45">
                <a:latin typeface="Cambria Math"/>
                <a:cs typeface="Cambria Math"/>
              </a:rPr>
              <a:t> </a:t>
            </a:r>
            <a:r>
              <a:rPr dirty="0" sz="1450" spc="-25">
                <a:latin typeface="Cambria Math"/>
                <a:cs typeface="Cambria Math"/>
              </a:rPr>
              <a:t>𝐴𝐶𝐷</a:t>
            </a:r>
            <a:endParaRPr sz="14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7072" y="1737360"/>
            <a:ext cx="286385" cy="155575"/>
          </a:xfrm>
          <a:custGeom>
            <a:avLst/>
            <a:gdLst/>
            <a:ahLst/>
            <a:cxnLst/>
            <a:rect l="l" t="t" r="r" b="b"/>
            <a:pathLst>
              <a:path w="286384" h="155575">
                <a:moveTo>
                  <a:pt x="45989" y="149828"/>
                </a:moveTo>
                <a:lnTo>
                  <a:pt x="3619" y="149828"/>
                </a:lnTo>
                <a:lnTo>
                  <a:pt x="5810" y="148875"/>
                </a:lnTo>
                <a:lnTo>
                  <a:pt x="7905" y="147256"/>
                </a:lnTo>
                <a:lnTo>
                  <a:pt x="10001" y="145732"/>
                </a:lnTo>
                <a:lnTo>
                  <a:pt x="12192" y="143446"/>
                </a:lnTo>
                <a:lnTo>
                  <a:pt x="14478" y="140303"/>
                </a:lnTo>
                <a:lnTo>
                  <a:pt x="16764" y="137255"/>
                </a:lnTo>
                <a:lnTo>
                  <a:pt x="20002" y="132016"/>
                </a:lnTo>
                <a:lnTo>
                  <a:pt x="96202" y="0"/>
                </a:lnTo>
                <a:lnTo>
                  <a:pt x="113157" y="0"/>
                </a:lnTo>
                <a:lnTo>
                  <a:pt x="114685" y="23717"/>
                </a:lnTo>
                <a:lnTo>
                  <a:pt x="95535" y="23717"/>
                </a:lnTo>
                <a:lnTo>
                  <a:pt x="55530" y="94488"/>
                </a:lnTo>
                <a:lnTo>
                  <a:pt x="119246" y="94488"/>
                </a:lnTo>
                <a:lnTo>
                  <a:pt x="119933" y="105156"/>
                </a:lnTo>
                <a:lnTo>
                  <a:pt x="50482" y="105156"/>
                </a:lnTo>
                <a:lnTo>
                  <a:pt x="44291" y="116014"/>
                </a:lnTo>
                <a:lnTo>
                  <a:pt x="35909" y="136207"/>
                </a:lnTo>
                <a:lnTo>
                  <a:pt x="35909" y="145161"/>
                </a:lnTo>
                <a:lnTo>
                  <a:pt x="39719" y="148875"/>
                </a:lnTo>
                <a:lnTo>
                  <a:pt x="45989" y="149828"/>
                </a:lnTo>
                <a:close/>
              </a:path>
              <a:path w="286384" h="155575">
                <a:moveTo>
                  <a:pt x="119246" y="94488"/>
                </a:moveTo>
                <a:lnTo>
                  <a:pt x="99441" y="94488"/>
                </a:lnTo>
                <a:lnTo>
                  <a:pt x="97536" y="58388"/>
                </a:lnTo>
                <a:lnTo>
                  <a:pt x="97345" y="53530"/>
                </a:lnTo>
                <a:lnTo>
                  <a:pt x="97250" y="47339"/>
                </a:lnTo>
                <a:lnTo>
                  <a:pt x="96869" y="32480"/>
                </a:lnTo>
                <a:lnTo>
                  <a:pt x="96774" y="23717"/>
                </a:lnTo>
                <a:lnTo>
                  <a:pt x="114685" y="23717"/>
                </a:lnTo>
                <a:lnTo>
                  <a:pt x="119246" y="94488"/>
                </a:lnTo>
                <a:close/>
              </a:path>
              <a:path w="286384" h="155575">
                <a:moveTo>
                  <a:pt x="133445" y="155448"/>
                </a:moveTo>
                <a:lnTo>
                  <a:pt x="86677" y="155448"/>
                </a:lnTo>
                <a:lnTo>
                  <a:pt x="87819" y="149828"/>
                </a:lnTo>
                <a:lnTo>
                  <a:pt x="87915" y="149352"/>
                </a:lnTo>
                <a:lnTo>
                  <a:pt x="92297" y="149161"/>
                </a:lnTo>
                <a:lnTo>
                  <a:pt x="95631" y="147447"/>
                </a:lnTo>
                <a:lnTo>
                  <a:pt x="97821" y="144399"/>
                </a:lnTo>
                <a:lnTo>
                  <a:pt x="100012" y="141446"/>
                </a:lnTo>
                <a:lnTo>
                  <a:pt x="100850" y="137255"/>
                </a:lnTo>
                <a:lnTo>
                  <a:pt x="100965" y="122777"/>
                </a:lnTo>
                <a:lnTo>
                  <a:pt x="100679" y="119348"/>
                </a:lnTo>
                <a:lnTo>
                  <a:pt x="99917" y="105156"/>
                </a:lnTo>
                <a:lnTo>
                  <a:pt x="119933" y="105156"/>
                </a:lnTo>
                <a:lnTo>
                  <a:pt x="121634" y="131540"/>
                </a:lnTo>
                <a:lnTo>
                  <a:pt x="122396" y="136207"/>
                </a:lnTo>
                <a:lnTo>
                  <a:pt x="123348" y="139541"/>
                </a:lnTo>
                <a:lnTo>
                  <a:pt x="124301" y="142970"/>
                </a:lnTo>
                <a:lnTo>
                  <a:pt x="125634" y="145446"/>
                </a:lnTo>
                <a:lnTo>
                  <a:pt x="127349" y="146970"/>
                </a:lnTo>
                <a:lnTo>
                  <a:pt x="129063" y="148590"/>
                </a:lnTo>
                <a:lnTo>
                  <a:pt x="131445" y="149542"/>
                </a:lnTo>
                <a:lnTo>
                  <a:pt x="133873" y="149828"/>
                </a:lnTo>
                <a:lnTo>
                  <a:pt x="134704" y="149828"/>
                </a:lnTo>
                <a:lnTo>
                  <a:pt x="133445" y="155448"/>
                </a:lnTo>
                <a:close/>
              </a:path>
              <a:path w="286384" h="155575">
                <a:moveTo>
                  <a:pt x="46005" y="155448"/>
                </a:moveTo>
                <a:lnTo>
                  <a:pt x="0" y="155448"/>
                </a:lnTo>
                <a:lnTo>
                  <a:pt x="1281" y="149828"/>
                </a:lnTo>
                <a:lnTo>
                  <a:pt x="47287" y="149828"/>
                </a:lnTo>
                <a:lnTo>
                  <a:pt x="46005" y="155448"/>
                </a:lnTo>
                <a:close/>
              </a:path>
              <a:path w="286384" h="155575">
                <a:moveTo>
                  <a:pt x="204216" y="155448"/>
                </a:moveTo>
                <a:lnTo>
                  <a:pt x="154209" y="155448"/>
                </a:lnTo>
                <a:lnTo>
                  <a:pt x="155448" y="150018"/>
                </a:lnTo>
                <a:lnTo>
                  <a:pt x="158305" y="149637"/>
                </a:lnTo>
                <a:lnTo>
                  <a:pt x="160496" y="148971"/>
                </a:lnTo>
                <a:lnTo>
                  <a:pt x="161925" y="147923"/>
                </a:lnTo>
                <a:lnTo>
                  <a:pt x="163353" y="146970"/>
                </a:lnTo>
                <a:lnTo>
                  <a:pt x="164523" y="145488"/>
                </a:lnTo>
                <a:lnTo>
                  <a:pt x="165449" y="143637"/>
                </a:lnTo>
                <a:lnTo>
                  <a:pt x="166401" y="141922"/>
                </a:lnTo>
                <a:lnTo>
                  <a:pt x="167354" y="139731"/>
                </a:lnTo>
                <a:lnTo>
                  <a:pt x="168116" y="137064"/>
                </a:lnTo>
                <a:lnTo>
                  <a:pt x="168973" y="134588"/>
                </a:lnTo>
                <a:lnTo>
                  <a:pt x="170211" y="129540"/>
                </a:lnTo>
                <a:lnTo>
                  <a:pt x="171831" y="122015"/>
                </a:lnTo>
                <a:lnTo>
                  <a:pt x="190976" y="35528"/>
                </a:lnTo>
                <a:lnTo>
                  <a:pt x="192690" y="28098"/>
                </a:lnTo>
                <a:lnTo>
                  <a:pt x="193452" y="22193"/>
                </a:lnTo>
                <a:lnTo>
                  <a:pt x="193452" y="14192"/>
                </a:lnTo>
                <a:lnTo>
                  <a:pt x="192595" y="11715"/>
                </a:lnTo>
                <a:lnTo>
                  <a:pt x="190881" y="10191"/>
                </a:lnTo>
                <a:lnTo>
                  <a:pt x="189166" y="8858"/>
                </a:lnTo>
                <a:lnTo>
                  <a:pt x="186309" y="8001"/>
                </a:lnTo>
                <a:lnTo>
                  <a:pt x="182403" y="7620"/>
                </a:lnTo>
                <a:lnTo>
                  <a:pt x="183584" y="1808"/>
                </a:lnTo>
                <a:lnTo>
                  <a:pt x="183642" y="1524"/>
                </a:lnTo>
                <a:lnTo>
                  <a:pt x="239268" y="1524"/>
                </a:lnTo>
                <a:lnTo>
                  <a:pt x="278034" y="11049"/>
                </a:lnTo>
                <a:lnTo>
                  <a:pt x="278911" y="12287"/>
                </a:lnTo>
                <a:lnTo>
                  <a:pt x="224361" y="12287"/>
                </a:lnTo>
                <a:lnTo>
                  <a:pt x="215931" y="12573"/>
                </a:lnTo>
                <a:lnTo>
                  <a:pt x="203295" y="69532"/>
                </a:lnTo>
                <a:lnTo>
                  <a:pt x="203168" y="70104"/>
                </a:lnTo>
                <a:lnTo>
                  <a:pt x="262692" y="70104"/>
                </a:lnTo>
                <a:lnTo>
                  <a:pt x="258637" y="72256"/>
                </a:lnTo>
                <a:lnTo>
                  <a:pt x="250317" y="75438"/>
                </a:lnTo>
                <a:lnTo>
                  <a:pt x="250031" y="76676"/>
                </a:lnTo>
                <a:lnTo>
                  <a:pt x="257079" y="79533"/>
                </a:lnTo>
                <a:lnTo>
                  <a:pt x="258730" y="80772"/>
                </a:lnTo>
                <a:lnTo>
                  <a:pt x="200787" y="80772"/>
                </a:lnTo>
                <a:lnTo>
                  <a:pt x="187047" y="143637"/>
                </a:lnTo>
                <a:lnTo>
                  <a:pt x="186984" y="143922"/>
                </a:lnTo>
                <a:lnTo>
                  <a:pt x="186880" y="144399"/>
                </a:lnTo>
                <a:lnTo>
                  <a:pt x="191452" y="144780"/>
                </a:lnTo>
                <a:lnTo>
                  <a:pt x="251727" y="144780"/>
                </a:lnTo>
                <a:lnTo>
                  <a:pt x="250745" y="145488"/>
                </a:lnTo>
                <a:lnTo>
                  <a:pt x="244316" y="148971"/>
                </a:lnTo>
                <a:lnTo>
                  <a:pt x="236670" y="151831"/>
                </a:lnTo>
                <a:lnTo>
                  <a:pt x="227445" y="153852"/>
                </a:lnTo>
                <a:lnTo>
                  <a:pt x="216629" y="155052"/>
                </a:lnTo>
                <a:lnTo>
                  <a:pt x="204216" y="155448"/>
                </a:lnTo>
                <a:close/>
              </a:path>
              <a:path w="286384" h="155575">
                <a:moveTo>
                  <a:pt x="262692" y="70104"/>
                </a:moveTo>
                <a:lnTo>
                  <a:pt x="228940" y="70104"/>
                </a:lnTo>
                <a:lnTo>
                  <a:pt x="234981" y="69532"/>
                </a:lnTo>
                <a:lnTo>
                  <a:pt x="240125" y="68103"/>
                </a:lnTo>
                <a:lnTo>
                  <a:pt x="245364" y="66770"/>
                </a:lnTo>
                <a:lnTo>
                  <a:pt x="249935" y="64198"/>
                </a:lnTo>
                <a:lnTo>
                  <a:pt x="253936" y="60579"/>
                </a:lnTo>
                <a:lnTo>
                  <a:pt x="257937" y="57054"/>
                </a:lnTo>
                <a:lnTo>
                  <a:pt x="260794" y="53149"/>
                </a:lnTo>
                <a:lnTo>
                  <a:pt x="262508" y="48768"/>
                </a:lnTo>
                <a:lnTo>
                  <a:pt x="264318" y="44481"/>
                </a:lnTo>
                <a:lnTo>
                  <a:pt x="265077" y="40015"/>
                </a:lnTo>
                <a:lnTo>
                  <a:pt x="265176" y="30575"/>
                </a:lnTo>
                <a:lnTo>
                  <a:pt x="264763" y="28098"/>
                </a:lnTo>
                <a:lnTo>
                  <a:pt x="240030" y="12287"/>
                </a:lnTo>
                <a:lnTo>
                  <a:pt x="278911" y="12287"/>
                </a:lnTo>
                <a:lnTo>
                  <a:pt x="284511" y="20193"/>
                </a:lnTo>
                <a:lnTo>
                  <a:pt x="286035" y="25908"/>
                </a:lnTo>
                <a:lnTo>
                  <a:pt x="286035" y="32766"/>
                </a:lnTo>
                <a:lnTo>
                  <a:pt x="265878" y="68413"/>
                </a:lnTo>
                <a:lnTo>
                  <a:pt x="262692" y="70104"/>
                </a:lnTo>
                <a:close/>
              </a:path>
              <a:path w="286384" h="155575">
                <a:moveTo>
                  <a:pt x="251727" y="144780"/>
                </a:moveTo>
                <a:lnTo>
                  <a:pt x="203739" y="144780"/>
                </a:lnTo>
                <a:lnTo>
                  <a:pt x="211776" y="144601"/>
                </a:lnTo>
                <a:lnTo>
                  <a:pt x="218741" y="143922"/>
                </a:lnTo>
                <a:lnTo>
                  <a:pt x="244221" y="127444"/>
                </a:lnTo>
                <a:lnTo>
                  <a:pt x="248412" y="120967"/>
                </a:lnTo>
                <a:lnTo>
                  <a:pt x="250305" y="113395"/>
                </a:lnTo>
                <a:lnTo>
                  <a:pt x="250412" y="95916"/>
                </a:lnTo>
                <a:lnTo>
                  <a:pt x="247935" y="90297"/>
                </a:lnTo>
                <a:lnTo>
                  <a:pt x="242982" y="86487"/>
                </a:lnTo>
                <a:lnTo>
                  <a:pt x="238029" y="82772"/>
                </a:lnTo>
                <a:lnTo>
                  <a:pt x="230128" y="80772"/>
                </a:lnTo>
                <a:lnTo>
                  <a:pt x="258730" y="80772"/>
                </a:lnTo>
                <a:lnTo>
                  <a:pt x="262413" y="83534"/>
                </a:lnTo>
                <a:lnTo>
                  <a:pt x="266128" y="88677"/>
                </a:lnTo>
                <a:lnTo>
                  <a:pt x="269938" y="93821"/>
                </a:lnTo>
                <a:lnTo>
                  <a:pt x="271748" y="99631"/>
                </a:lnTo>
                <a:lnTo>
                  <a:pt x="271748" y="106108"/>
                </a:lnTo>
                <a:lnTo>
                  <a:pt x="256317" y="141470"/>
                </a:lnTo>
                <a:lnTo>
                  <a:pt x="251727" y="144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28826" y="1756155"/>
            <a:ext cx="139065" cy="142240"/>
          </a:xfrm>
          <a:custGeom>
            <a:avLst/>
            <a:gdLst/>
            <a:ahLst/>
            <a:cxnLst/>
            <a:rect l="l" t="t" r="r" b="b"/>
            <a:pathLst>
              <a:path w="139065" h="142239">
                <a:moveTo>
                  <a:pt x="138493" y="63500"/>
                </a:moveTo>
                <a:lnTo>
                  <a:pt x="77241" y="63500"/>
                </a:lnTo>
                <a:lnTo>
                  <a:pt x="77241" y="0"/>
                </a:lnTo>
                <a:lnTo>
                  <a:pt x="61239" y="0"/>
                </a:lnTo>
                <a:lnTo>
                  <a:pt x="61239" y="63500"/>
                </a:lnTo>
                <a:lnTo>
                  <a:pt x="0" y="63500"/>
                </a:lnTo>
                <a:lnTo>
                  <a:pt x="0" y="78740"/>
                </a:lnTo>
                <a:lnTo>
                  <a:pt x="61239" y="78740"/>
                </a:lnTo>
                <a:lnTo>
                  <a:pt x="61239" y="142240"/>
                </a:lnTo>
                <a:lnTo>
                  <a:pt x="77241" y="142240"/>
                </a:lnTo>
                <a:lnTo>
                  <a:pt x="77241" y="78740"/>
                </a:lnTo>
                <a:lnTo>
                  <a:pt x="138493" y="78740"/>
                </a:lnTo>
                <a:lnTo>
                  <a:pt x="13849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33131" y="1700783"/>
            <a:ext cx="299085" cy="192405"/>
          </a:xfrm>
          <a:custGeom>
            <a:avLst/>
            <a:gdLst/>
            <a:ahLst/>
            <a:cxnLst/>
            <a:rect l="l" t="t" r="r" b="b"/>
            <a:pathLst>
              <a:path w="299085" h="192405">
                <a:moveTo>
                  <a:pt x="134708" y="186410"/>
                </a:moveTo>
                <a:lnTo>
                  <a:pt x="133883" y="186410"/>
                </a:lnTo>
                <a:lnTo>
                  <a:pt x="131445" y="186131"/>
                </a:lnTo>
                <a:lnTo>
                  <a:pt x="129070" y="185178"/>
                </a:lnTo>
                <a:lnTo>
                  <a:pt x="127355" y="183553"/>
                </a:lnTo>
                <a:lnTo>
                  <a:pt x="125641" y="182029"/>
                </a:lnTo>
                <a:lnTo>
                  <a:pt x="124307" y="179552"/>
                </a:lnTo>
                <a:lnTo>
                  <a:pt x="123355" y="176123"/>
                </a:lnTo>
                <a:lnTo>
                  <a:pt x="122402" y="172796"/>
                </a:lnTo>
                <a:lnTo>
                  <a:pt x="121640" y="168122"/>
                </a:lnTo>
                <a:lnTo>
                  <a:pt x="119938" y="141744"/>
                </a:lnTo>
                <a:lnTo>
                  <a:pt x="119253" y="131076"/>
                </a:lnTo>
                <a:lnTo>
                  <a:pt x="114693" y="60299"/>
                </a:lnTo>
                <a:lnTo>
                  <a:pt x="113157" y="36588"/>
                </a:lnTo>
                <a:lnTo>
                  <a:pt x="99441" y="36588"/>
                </a:lnTo>
                <a:lnTo>
                  <a:pt x="99441" y="131076"/>
                </a:lnTo>
                <a:lnTo>
                  <a:pt x="55537" y="131076"/>
                </a:lnTo>
                <a:lnTo>
                  <a:pt x="95542" y="60299"/>
                </a:lnTo>
                <a:lnTo>
                  <a:pt x="96774" y="60299"/>
                </a:lnTo>
                <a:lnTo>
                  <a:pt x="96875" y="69062"/>
                </a:lnTo>
                <a:lnTo>
                  <a:pt x="97256" y="83921"/>
                </a:lnTo>
                <a:lnTo>
                  <a:pt x="97345" y="90119"/>
                </a:lnTo>
                <a:lnTo>
                  <a:pt x="97536" y="94970"/>
                </a:lnTo>
                <a:lnTo>
                  <a:pt x="99441" y="131076"/>
                </a:lnTo>
                <a:lnTo>
                  <a:pt x="99441" y="36588"/>
                </a:lnTo>
                <a:lnTo>
                  <a:pt x="96202" y="36588"/>
                </a:lnTo>
                <a:lnTo>
                  <a:pt x="20002" y="168605"/>
                </a:lnTo>
                <a:lnTo>
                  <a:pt x="16764" y="173837"/>
                </a:lnTo>
                <a:lnTo>
                  <a:pt x="14478" y="176885"/>
                </a:lnTo>
                <a:lnTo>
                  <a:pt x="12192" y="180035"/>
                </a:lnTo>
                <a:lnTo>
                  <a:pt x="10007" y="182321"/>
                </a:lnTo>
                <a:lnTo>
                  <a:pt x="7912" y="183845"/>
                </a:lnTo>
                <a:lnTo>
                  <a:pt x="5816" y="185458"/>
                </a:lnTo>
                <a:lnTo>
                  <a:pt x="3619" y="186410"/>
                </a:lnTo>
                <a:lnTo>
                  <a:pt x="1282" y="186410"/>
                </a:lnTo>
                <a:lnTo>
                  <a:pt x="0" y="192036"/>
                </a:lnTo>
                <a:lnTo>
                  <a:pt x="46012" y="192036"/>
                </a:lnTo>
                <a:lnTo>
                  <a:pt x="47294" y="186410"/>
                </a:lnTo>
                <a:lnTo>
                  <a:pt x="45999" y="186410"/>
                </a:lnTo>
                <a:lnTo>
                  <a:pt x="39725" y="185458"/>
                </a:lnTo>
                <a:lnTo>
                  <a:pt x="35915" y="181749"/>
                </a:lnTo>
                <a:lnTo>
                  <a:pt x="35915" y="172796"/>
                </a:lnTo>
                <a:lnTo>
                  <a:pt x="50482" y="141744"/>
                </a:lnTo>
                <a:lnTo>
                  <a:pt x="99923" y="141744"/>
                </a:lnTo>
                <a:lnTo>
                  <a:pt x="100685" y="155930"/>
                </a:lnTo>
                <a:lnTo>
                  <a:pt x="100965" y="159359"/>
                </a:lnTo>
                <a:lnTo>
                  <a:pt x="100850" y="173837"/>
                </a:lnTo>
                <a:lnTo>
                  <a:pt x="100012" y="178028"/>
                </a:lnTo>
                <a:lnTo>
                  <a:pt x="97828" y="180987"/>
                </a:lnTo>
                <a:lnTo>
                  <a:pt x="95631" y="184035"/>
                </a:lnTo>
                <a:lnTo>
                  <a:pt x="92303" y="185750"/>
                </a:lnTo>
                <a:lnTo>
                  <a:pt x="87922" y="185940"/>
                </a:lnTo>
                <a:lnTo>
                  <a:pt x="87820" y="186410"/>
                </a:lnTo>
                <a:lnTo>
                  <a:pt x="86677" y="192036"/>
                </a:lnTo>
                <a:lnTo>
                  <a:pt x="133451" y="192036"/>
                </a:lnTo>
                <a:lnTo>
                  <a:pt x="134708" y="186410"/>
                </a:lnTo>
                <a:close/>
              </a:path>
              <a:path w="299085" h="192405">
                <a:moveTo>
                  <a:pt x="286042" y="62496"/>
                </a:moveTo>
                <a:lnTo>
                  <a:pt x="265176" y="41427"/>
                </a:lnTo>
                <a:lnTo>
                  <a:pt x="265176" y="67157"/>
                </a:lnTo>
                <a:lnTo>
                  <a:pt x="265087" y="76593"/>
                </a:lnTo>
                <a:lnTo>
                  <a:pt x="264325" y="81064"/>
                </a:lnTo>
                <a:lnTo>
                  <a:pt x="262509" y="85356"/>
                </a:lnTo>
                <a:lnTo>
                  <a:pt x="260794" y="89738"/>
                </a:lnTo>
                <a:lnTo>
                  <a:pt x="257937" y="93637"/>
                </a:lnTo>
                <a:lnTo>
                  <a:pt x="253936" y="97167"/>
                </a:lnTo>
                <a:lnTo>
                  <a:pt x="249936" y="100787"/>
                </a:lnTo>
                <a:lnTo>
                  <a:pt x="245364" y="103352"/>
                </a:lnTo>
                <a:lnTo>
                  <a:pt x="240131" y="104686"/>
                </a:lnTo>
                <a:lnTo>
                  <a:pt x="234988" y="106121"/>
                </a:lnTo>
                <a:lnTo>
                  <a:pt x="228942" y="106692"/>
                </a:lnTo>
                <a:lnTo>
                  <a:pt x="203174" y="106692"/>
                </a:lnTo>
                <a:lnTo>
                  <a:pt x="203301" y="106121"/>
                </a:lnTo>
                <a:lnTo>
                  <a:pt x="215938" y="49161"/>
                </a:lnTo>
                <a:lnTo>
                  <a:pt x="224370" y="48869"/>
                </a:lnTo>
                <a:lnTo>
                  <a:pt x="240030" y="48869"/>
                </a:lnTo>
                <a:lnTo>
                  <a:pt x="265176" y="67157"/>
                </a:lnTo>
                <a:lnTo>
                  <a:pt x="265176" y="41427"/>
                </a:lnTo>
                <a:lnTo>
                  <a:pt x="260819" y="40208"/>
                </a:lnTo>
                <a:lnTo>
                  <a:pt x="254482" y="39090"/>
                </a:lnTo>
                <a:lnTo>
                  <a:pt x="247294" y="38392"/>
                </a:lnTo>
                <a:lnTo>
                  <a:pt x="239268" y="38112"/>
                </a:lnTo>
                <a:lnTo>
                  <a:pt x="183642" y="38112"/>
                </a:lnTo>
                <a:lnTo>
                  <a:pt x="183591" y="38392"/>
                </a:lnTo>
                <a:lnTo>
                  <a:pt x="182410" y="44208"/>
                </a:lnTo>
                <a:lnTo>
                  <a:pt x="193459" y="50774"/>
                </a:lnTo>
                <a:lnTo>
                  <a:pt x="193459" y="58775"/>
                </a:lnTo>
                <a:lnTo>
                  <a:pt x="192697" y="64681"/>
                </a:lnTo>
                <a:lnTo>
                  <a:pt x="190982" y="72110"/>
                </a:lnTo>
                <a:lnTo>
                  <a:pt x="171831" y="158597"/>
                </a:lnTo>
                <a:lnTo>
                  <a:pt x="170218" y="166128"/>
                </a:lnTo>
                <a:lnTo>
                  <a:pt x="168973" y="171170"/>
                </a:lnTo>
                <a:lnTo>
                  <a:pt x="168122" y="173647"/>
                </a:lnTo>
                <a:lnTo>
                  <a:pt x="167360" y="176314"/>
                </a:lnTo>
                <a:lnTo>
                  <a:pt x="166408" y="178511"/>
                </a:lnTo>
                <a:lnTo>
                  <a:pt x="165455" y="180225"/>
                </a:lnTo>
                <a:lnTo>
                  <a:pt x="164528" y="182067"/>
                </a:lnTo>
                <a:lnTo>
                  <a:pt x="163360" y="183553"/>
                </a:lnTo>
                <a:lnTo>
                  <a:pt x="161925" y="184505"/>
                </a:lnTo>
                <a:lnTo>
                  <a:pt x="160502" y="185559"/>
                </a:lnTo>
                <a:lnTo>
                  <a:pt x="158305" y="186220"/>
                </a:lnTo>
                <a:lnTo>
                  <a:pt x="155448" y="186601"/>
                </a:lnTo>
                <a:lnTo>
                  <a:pt x="154216" y="192036"/>
                </a:lnTo>
                <a:lnTo>
                  <a:pt x="204216" y="192036"/>
                </a:lnTo>
                <a:lnTo>
                  <a:pt x="216636" y="191630"/>
                </a:lnTo>
                <a:lnTo>
                  <a:pt x="256324" y="178054"/>
                </a:lnTo>
                <a:lnTo>
                  <a:pt x="271754" y="142697"/>
                </a:lnTo>
                <a:lnTo>
                  <a:pt x="271754" y="136220"/>
                </a:lnTo>
                <a:lnTo>
                  <a:pt x="269938" y="130403"/>
                </a:lnTo>
                <a:lnTo>
                  <a:pt x="266128" y="125260"/>
                </a:lnTo>
                <a:lnTo>
                  <a:pt x="262420" y="120116"/>
                </a:lnTo>
                <a:lnTo>
                  <a:pt x="258737" y="117360"/>
                </a:lnTo>
                <a:lnTo>
                  <a:pt x="257086" y="116116"/>
                </a:lnTo>
                <a:lnTo>
                  <a:pt x="250418" y="113423"/>
                </a:lnTo>
                <a:lnTo>
                  <a:pt x="250418" y="132499"/>
                </a:lnTo>
                <a:lnTo>
                  <a:pt x="250317" y="149974"/>
                </a:lnTo>
                <a:lnTo>
                  <a:pt x="248412" y="157556"/>
                </a:lnTo>
                <a:lnTo>
                  <a:pt x="244221" y="164033"/>
                </a:lnTo>
                <a:lnTo>
                  <a:pt x="240131" y="170599"/>
                </a:lnTo>
                <a:lnTo>
                  <a:pt x="203746" y="181368"/>
                </a:lnTo>
                <a:lnTo>
                  <a:pt x="191452" y="181368"/>
                </a:lnTo>
                <a:lnTo>
                  <a:pt x="186880" y="180987"/>
                </a:lnTo>
                <a:lnTo>
                  <a:pt x="186994" y="180505"/>
                </a:lnTo>
                <a:lnTo>
                  <a:pt x="187058" y="180225"/>
                </a:lnTo>
                <a:lnTo>
                  <a:pt x="200787" y="117360"/>
                </a:lnTo>
                <a:lnTo>
                  <a:pt x="230136" y="117360"/>
                </a:lnTo>
                <a:lnTo>
                  <a:pt x="238036" y="119354"/>
                </a:lnTo>
                <a:lnTo>
                  <a:pt x="242989" y="123075"/>
                </a:lnTo>
                <a:lnTo>
                  <a:pt x="247942" y="126885"/>
                </a:lnTo>
                <a:lnTo>
                  <a:pt x="250418" y="132499"/>
                </a:lnTo>
                <a:lnTo>
                  <a:pt x="250418" y="113423"/>
                </a:lnTo>
                <a:lnTo>
                  <a:pt x="250037" y="113258"/>
                </a:lnTo>
                <a:lnTo>
                  <a:pt x="250317" y="112026"/>
                </a:lnTo>
                <a:lnTo>
                  <a:pt x="258648" y="108839"/>
                </a:lnTo>
                <a:lnTo>
                  <a:pt x="262699" y="106692"/>
                </a:lnTo>
                <a:lnTo>
                  <a:pt x="285534" y="76022"/>
                </a:lnTo>
                <a:lnTo>
                  <a:pt x="286042" y="69354"/>
                </a:lnTo>
                <a:lnTo>
                  <a:pt x="286042" y="62496"/>
                </a:lnTo>
                <a:close/>
              </a:path>
              <a:path w="299085" h="192405">
                <a:moveTo>
                  <a:pt x="298716" y="0"/>
                </a:moveTo>
                <a:lnTo>
                  <a:pt x="201180" y="0"/>
                </a:lnTo>
                <a:lnTo>
                  <a:pt x="3060" y="0"/>
                </a:lnTo>
                <a:lnTo>
                  <a:pt x="3060" y="12192"/>
                </a:lnTo>
                <a:lnTo>
                  <a:pt x="298716" y="12192"/>
                </a:lnTo>
                <a:lnTo>
                  <a:pt x="2987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428" y="3252216"/>
            <a:ext cx="3142310" cy="10685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9554" y="3703320"/>
            <a:ext cx="3332402" cy="1760546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255763" y="2063495"/>
            <a:ext cx="2233295" cy="175260"/>
          </a:xfrm>
          <a:custGeom>
            <a:avLst/>
            <a:gdLst/>
            <a:ahLst/>
            <a:cxnLst/>
            <a:rect l="l" t="t" r="r" b="b"/>
            <a:pathLst>
              <a:path w="2233295" h="175260">
                <a:moveTo>
                  <a:pt x="57912" y="7620"/>
                </a:moveTo>
                <a:lnTo>
                  <a:pt x="56388" y="0"/>
                </a:lnTo>
                <a:lnTo>
                  <a:pt x="43535" y="5219"/>
                </a:lnTo>
                <a:lnTo>
                  <a:pt x="32550" y="11912"/>
                </a:lnTo>
                <a:lnTo>
                  <a:pt x="8369" y="44030"/>
                </a:lnTo>
                <a:lnTo>
                  <a:pt x="876" y="72351"/>
                </a:lnTo>
                <a:lnTo>
                  <a:pt x="0" y="88392"/>
                </a:lnTo>
                <a:lnTo>
                  <a:pt x="8369" y="132549"/>
                </a:lnTo>
                <a:lnTo>
                  <a:pt x="32385" y="164020"/>
                </a:lnTo>
                <a:lnTo>
                  <a:pt x="56388" y="175260"/>
                </a:lnTo>
                <a:lnTo>
                  <a:pt x="57912" y="169164"/>
                </a:lnTo>
                <a:lnTo>
                  <a:pt x="48196" y="164642"/>
                </a:lnTo>
                <a:lnTo>
                  <a:pt x="39624" y="158115"/>
                </a:lnTo>
                <a:lnTo>
                  <a:pt x="19050" y="116395"/>
                </a:lnTo>
                <a:lnTo>
                  <a:pt x="16764" y="86868"/>
                </a:lnTo>
                <a:lnTo>
                  <a:pt x="17335" y="72351"/>
                </a:lnTo>
                <a:lnTo>
                  <a:pt x="17373" y="72085"/>
                </a:lnTo>
                <a:lnTo>
                  <a:pt x="19050" y="58674"/>
                </a:lnTo>
                <a:lnTo>
                  <a:pt x="39624" y="17907"/>
                </a:lnTo>
                <a:lnTo>
                  <a:pt x="48196" y="11912"/>
                </a:lnTo>
                <a:lnTo>
                  <a:pt x="57912" y="7620"/>
                </a:lnTo>
                <a:close/>
              </a:path>
              <a:path w="2233295" h="175260">
                <a:moveTo>
                  <a:pt x="597408" y="88392"/>
                </a:moveTo>
                <a:lnTo>
                  <a:pt x="589051" y="44030"/>
                </a:lnTo>
                <a:lnTo>
                  <a:pt x="564870" y="11912"/>
                </a:lnTo>
                <a:lnTo>
                  <a:pt x="541020" y="0"/>
                </a:lnTo>
                <a:lnTo>
                  <a:pt x="539496" y="7620"/>
                </a:lnTo>
                <a:lnTo>
                  <a:pt x="549211" y="11912"/>
                </a:lnTo>
                <a:lnTo>
                  <a:pt x="557784" y="17907"/>
                </a:lnTo>
                <a:lnTo>
                  <a:pt x="578358" y="58674"/>
                </a:lnTo>
                <a:lnTo>
                  <a:pt x="580644" y="86868"/>
                </a:lnTo>
                <a:lnTo>
                  <a:pt x="580593" y="88392"/>
                </a:lnTo>
                <a:lnTo>
                  <a:pt x="575500" y="129095"/>
                </a:lnTo>
                <a:lnTo>
                  <a:pt x="549211" y="164642"/>
                </a:lnTo>
                <a:lnTo>
                  <a:pt x="539496" y="169164"/>
                </a:lnTo>
                <a:lnTo>
                  <a:pt x="541020" y="175260"/>
                </a:lnTo>
                <a:lnTo>
                  <a:pt x="574459" y="155333"/>
                </a:lnTo>
                <a:lnTo>
                  <a:pt x="593788" y="118872"/>
                </a:lnTo>
                <a:lnTo>
                  <a:pt x="596633" y="102285"/>
                </a:lnTo>
                <a:lnTo>
                  <a:pt x="597408" y="88392"/>
                </a:lnTo>
                <a:close/>
              </a:path>
              <a:path w="2233295" h="175260">
                <a:moveTo>
                  <a:pt x="688848" y="7620"/>
                </a:moveTo>
                <a:lnTo>
                  <a:pt x="687324" y="0"/>
                </a:lnTo>
                <a:lnTo>
                  <a:pt x="674471" y="5219"/>
                </a:lnTo>
                <a:lnTo>
                  <a:pt x="663486" y="11912"/>
                </a:lnTo>
                <a:lnTo>
                  <a:pt x="639305" y="44030"/>
                </a:lnTo>
                <a:lnTo>
                  <a:pt x="631812" y="72351"/>
                </a:lnTo>
                <a:lnTo>
                  <a:pt x="630948" y="88392"/>
                </a:lnTo>
                <a:lnTo>
                  <a:pt x="639305" y="132549"/>
                </a:lnTo>
                <a:lnTo>
                  <a:pt x="663321" y="164020"/>
                </a:lnTo>
                <a:lnTo>
                  <a:pt x="687324" y="175260"/>
                </a:lnTo>
                <a:lnTo>
                  <a:pt x="688848" y="169164"/>
                </a:lnTo>
                <a:lnTo>
                  <a:pt x="679132" y="164642"/>
                </a:lnTo>
                <a:lnTo>
                  <a:pt x="670560" y="158115"/>
                </a:lnTo>
                <a:lnTo>
                  <a:pt x="649986" y="116395"/>
                </a:lnTo>
                <a:lnTo>
                  <a:pt x="647700" y="86868"/>
                </a:lnTo>
                <a:lnTo>
                  <a:pt x="648271" y="72351"/>
                </a:lnTo>
                <a:lnTo>
                  <a:pt x="648309" y="72085"/>
                </a:lnTo>
                <a:lnTo>
                  <a:pt x="649986" y="58674"/>
                </a:lnTo>
                <a:lnTo>
                  <a:pt x="670560" y="17907"/>
                </a:lnTo>
                <a:lnTo>
                  <a:pt x="679132" y="11912"/>
                </a:lnTo>
                <a:lnTo>
                  <a:pt x="688848" y="7620"/>
                </a:lnTo>
                <a:close/>
              </a:path>
              <a:path w="2233295" h="175260">
                <a:moveTo>
                  <a:pt x="1239024" y="88392"/>
                </a:moveTo>
                <a:lnTo>
                  <a:pt x="1238935" y="86868"/>
                </a:lnTo>
                <a:lnTo>
                  <a:pt x="1238135" y="72085"/>
                </a:lnTo>
                <a:lnTo>
                  <a:pt x="1235405" y="57340"/>
                </a:lnTo>
                <a:lnTo>
                  <a:pt x="1216063" y="20789"/>
                </a:lnTo>
                <a:lnTo>
                  <a:pt x="1182636" y="0"/>
                </a:lnTo>
                <a:lnTo>
                  <a:pt x="1181100" y="7620"/>
                </a:lnTo>
                <a:lnTo>
                  <a:pt x="1190828" y="11912"/>
                </a:lnTo>
                <a:lnTo>
                  <a:pt x="1199400" y="17907"/>
                </a:lnTo>
                <a:lnTo>
                  <a:pt x="1219974" y="58674"/>
                </a:lnTo>
                <a:lnTo>
                  <a:pt x="1222260" y="86868"/>
                </a:lnTo>
                <a:lnTo>
                  <a:pt x="1222197" y="88392"/>
                </a:lnTo>
                <a:lnTo>
                  <a:pt x="1221689" y="102285"/>
                </a:lnTo>
                <a:lnTo>
                  <a:pt x="1213116" y="140208"/>
                </a:lnTo>
                <a:lnTo>
                  <a:pt x="1181100" y="169164"/>
                </a:lnTo>
                <a:lnTo>
                  <a:pt x="1182636" y="175260"/>
                </a:lnTo>
                <a:lnTo>
                  <a:pt x="1216063" y="155333"/>
                </a:lnTo>
                <a:lnTo>
                  <a:pt x="1235405" y="118872"/>
                </a:lnTo>
                <a:lnTo>
                  <a:pt x="1238237" y="102285"/>
                </a:lnTo>
                <a:lnTo>
                  <a:pt x="1239024" y="88392"/>
                </a:lnTo>
                <a:close/>
              </a:path>
              <a:path w="2233295" h="175260">
                <a:moveTo>
                  <a:pt x="1328940" y="7620"/>
                </a:moveTo>
                <a:lnTo>
                  <a:pt x="1327416" y="0"/>
                </a:lnTo>
                <a:lnTo>
                  <a:pt x="1314551" y="5219"/>
                </a:lnTo>
                <a:lnTo>
                  <a:pt x="1303566" y="11912"/>
                </a:lnTo>
                <a:lnTo>
                  <a:pt x="1279385" y="44030"/>
                </a:lnTo>
                <a:lnTo>
                  <a:pt x="1271892" y="72351"/>
                </a:lnTo>
                <a:lnTo>
                  <a:pt x="1271028" y="88392"/>
                </a:lnTo>
                <a:lnTo>
                  <a:pt x="1279385" y="132549"/>
                </a:lnTo>
                <a:lnTo>
                  <a:pt x="1303413" y="164020"/>
                </a:lnTo>
                <a:lnTo>
                  <a:pt x="1327416" y="175260"/>
                </a:lnTo>
                <a:lnTo>
                  <a:pt x="1328940" y="169164"/>
                </a:lnTo>
                <a:lnTo>
                  <a:pt x="1319225" y="164642"/>
                </a:lnTo>
                <a:lnTo>
                  <a:pt x="1310652" y="158115"/>
                </a:lnTo>
                <a:lnTo>
                  <a:pt x="1290078" y="116395"/>
                </a:lnTo>
                <a:lnTo>
                  <a:pt x="1287792" y="86868"/>
                </a:lnTo>
                <a:lnTo>
                  <a:pt x="1288364" y="72351"/>
                </a:lnTo>
                <a:lnTo>
                  <a:pt x="1296936" y="35052"/>
                </a:lnTo>
                <a:lnTo>
                  <a:pt x="1319225" y="11912"/>
                </a:lnTo>
                <a:lnTo>
                  <a:pt x="1328940" y="7620"/>
                </a:lnTo>
                <a:close/>
              </a:path>
              <a:path w="2233295" h="175260">
                <a:moveTo>
                  <a:pt x="2232672" y="88392"/>
                </a:moveTo>
                <a:lnTo>
                  <a:pt x="2232583" y="86868"/>
                </a:lnTo>
                <a:lnTo>
                  <a:pt x="2231783" y="72085"/>
                </a:lnTo>
                <a:lnTo>
                  <a:pt x="2229053" y="57340"/>
                </a:lnTo>
                <a:lnTo>
                  <a:pt x="2209711" y="20789"/>
                </a:lnTo>
                <a:lnTo>
                  <a:pt x="2176284" y="0"/>
                </a:lnTo>
                <a:lnTo>
                  <a:pt x="2174760" y="7620"/>
                </a:lnTo>
                <a:lnTo>
                  <a:pt x="2184476" y="11912"/>
                </a:lnTo>
                <a:lnTo>
                  <a:pt x="2193048" y="17907"/>
                </a:lnTo>
                <a:lnTo>
                  <a:pt x="2213622" y="58674"/>
                </a:lnTo>
                <a:lnTo>
                  <a:pt x="2215908" y="86868"/>
                </a:lnTo>
                <a:lnTo>
                  <a:pt x="2215845" y="88392"/>
                </a:lnTo>
                <a:lnTo>
                  <a:pt x="2215337" y="102285"/>
                </a:lnTo>
                <a:lnTo>
                  <a:pt x="2206764" y="140208"/>
                </a:lnTo>
                <a:lnTo>
                  <a:pt x="2174760" y="169164"/>
                </a:lnTo>
                <a:lnTo>
                  <a:pt x="2176284" y="175260"/>
                </a:lnTo>
                <a:lnTo>
                  <a:pt x="2209711" y="155333"/>
                </a:lnTo>
                <a:lnTo>
                  <a:pt x="2229053" y="118872"/>
                </a:lnTo>
                <a:lnTo>
                  <a:pt x="2231885" y="102285"/>
                </a:lnTo>
                <a:lnTo>
                  <a:pt x="2232672" y="883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78644" y="2002002"/>
            <a:ext cx="219202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668655" algn="l"/>
                <a:tab pos="1308735" algn="l"/>
              </a:tabLst>
            </a:pPr>
            <a:r>
              <a:rPr dirty="0" sz="1450">
                <a:latin typeface="Cambria Math"/>
                <a:cs typeface="Cambria Math"/>
              </a:rPr>
              <a:t>𝐴</a:t>
            </a:r>
            <a:r>
              <a:rPr dirty="0" sz="1450" spc="4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25">
                <a:latin typeface="Cambria Math"/>
                <a:cs typeface="Cambria Math"/>
              </a:rPr>
              <a:t> </a:t>
            </a:r>
            <a:r>
              <a:rPr dirty="0" sz="1450" spc="-50">
                <a:latin typeface="Cambria Math"/>
                <a:cs typeface="Cambria Math"/>
              </a:rPr>
              <a:t>𝐵</a:t>
            </a:r>
            <a:r>
              <a:rPr dirty="0" sz="1450">
                <a:latin typeface="Cambria Math"/>
                <a:cs typeface="Cambria Math"/>
              </a:rPr>
              <a:t>	𝐶</a:t>
            </a:r>
            <a:r>
              <a:rPr dirty="0" sz="1450" spc="105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20">
                <a:latin typeface="Cambria Math"/>
                <a:cs typeface="Cambria Math"/>
              </a:rPr>
              <a:t> </a:t>
            </a:r>
            <a:r>
              <a:rPr dirty="0" sz="1450" spc="-50">
                <a:latin typeface="Cambria Math"/>
                <a:cs typeface="Cambria Math"/>
              </a:rPr>
              <a:t>𝐷</a:t>
            </a:r>
            <a:r>
              <a:rPr dirty="0" sz="1450">
                <a:latin typeface="Cambria Math"/>
                <a:cs typeface="Cambria Math"/>
              </a:rPr>
              <a:t>	𝐴</a:t>
            </a:r>
            <a:r>
              <a:rPr dirty="0" baseline="11494" sz="2175">
                <a:latin typeface="Cambria Math"/>
                <a:cs typeface="Cambria Math"/>
              </a:rPr>
              <a:t>̅</a:t>
            </a:r>
            <a:r>
              <a:rPr dirty="0" baseline="11494" sz="2175" spc="82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20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𝐵</a:t>
            </a:r>
            <a:r>
              <a:rPr dirty="0" sz="1450" spc="80">
                <a:latin typeface="Cambria Math"/>
                <a:cs typeface="Cambria Math"/>
              </a:rPr>
              <a:t> </a:t>
            </a:r>
            <a:r>
              <a:rPr dirty="0" sz="1450">
                <a:latin typeface="Cambria Math"/>
                <a:cs typeface="Cambria Math"/>
              </a:rPr>
              <a:t>+</a:t>
            </a:r>
            <a:r>
              <a:rPr dirty="0" sz="1450" spc="20">
                <a:latin typeface="Cambria Math"/>
                <a:cs typeface="Cambria Math"/>
              </a:rPr>
              <a:t> </a:t>
            </a:r>
            <a:r>
              <a:rPr dirty="0" sz="1450" spc="-50">
                <a:latin typeface="Cambria Math"/>
                <a:cs typeface="Cambria Math"/>
              </a:rPr>
              <a:t>𝐷</a:t>
            </a:r>
            <a:endParaRPr sz="14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45881" y="1595124"/>
            <a:ext cx="7341234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150">
                <a:latin typeface="Arial MT"/>
                <a:cs typeface="Arial MT"/>
              </a:rPr>
              <a:t>Using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20">
                <a:latin typeface="Arial MT"/>
                <a:cs typeface="Arial MT"/>
              </a:rPr>
              <a:t>Boolean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algebra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135">
                <a:latin typeface="Arial MT"/>
                <a:cs typeface="Arial MT"/>
              </a:rPr>
              <a:t>techniques,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 spc="-65">
                <a:latin typeface="Arial MT"/>
                <a:cs typeface="Arial MT"/>
              </a:rPr>
              <a:t>simplify</a:t>
            </a:r>
            <a:r>
              <a:rPr dirty="0" sz="1800" spc="35">
                <a:latin typeface="Arial MT"/>
                <a:cs typeface="Arial MT"/>
              </a:rPr>
              <a:t> </a:t>
            </a:r>
            <a:r>
              <a:rPr dirty="0" sz="1800" spc="-135">
                <a:latin typeface="Arial MT"/>
                <a:cs typeface="Arial MT"/>
              </a:rPr>
              <a:t>this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spc="-120">
                <a:latin typeface="Arial MT"/>
                <a:cs typeface="Arial MT"/>
              </a:rPr>
              <a:t>expression: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 spc="-80">
                <a:latin typeface="Arial MT"/>
                <a:cs typeface="Arial MT"/>
              </a:rPr>
              <a:t>AB+A(B+C)+B(B+C)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195" y="2110740"/>
            <a:ext cx="9209532" cy="35524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791" y="1820463"/>
            <a:ext cx="7040742" cy="163508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428" y="3893920"/>
            <a:ext cx="9288638" cy="2383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 04</dc:title>
  <dcterms:created xsi:type="dcterms:W3CDTF">2026-03-25T13:06:54Z</dcterms:created>
  <dcterms:modified xsi:type="dcterms:W3CDTF">2026-03-25T13:06:54Z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LastSaved">
    <vt:filetime>2026-03-25T00:00:00Z</vt:filetime>
  </property>
  <property fmtid="{D5CDD505-2E9C-101B-9397-08002B2CF9AE}" pid="4" name="Producer">
    <vt:lpwstr>Microsoft: Print To PDF</vt:lpwstr>
  </property>
</Properties>
</file>